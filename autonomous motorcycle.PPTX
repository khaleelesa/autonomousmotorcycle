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sldIdLst>
    <p:sldId id="256" r:id="rId2"/>
  </p:sldIdLst>
  <p:sldSz cx="32918400" cy="38404800"/>
  <p:notesSz cx="9601200" cy="7315200"/>
  <p:defaultTextStyle>
    <a:defPPr>
      <a:defRPr lang="en-US"/>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r" defTabSz="914400" rtl="1" eaLnBrk="1" latinLnBrk="0" hangingPunct="1">
      <a:defRPr sz="2400" kern="1200">
        <a:solidFill>
          <a:schemeClr val="tx1"/>
        </a:solidFill>
        <a:latin typeface="Times" pitchFamily="18" charset="0"/>
        <a:ea typeface="+mn-ea"/>
        <a:cs typeface="+mn-cs"/>
      </a:defRPr>
    </a:lvl6pPr>
    <a:lvl7pPr marL="2743200" algn="r" defTabSz="914400" rtl="1" eaLnBrk="1" latinLnBrk="0" hangingPunct="1">
      <a:defRPr sz="2400" kern="1200">
        <a:solidFill>
          <a:schemeClr val="tx1"/>
        </a:solidFill>
        <a:latin typeface="Times" pitchFamily="18" charset="0"/>
        <a:ea typeface="+mn-ea"/>
        <a:cs typeface="+mn-cs"/>
      </a:defRPr>
    </a:lvl7pPr>
    <a:lvl8pPr marL="3200400" algn="r" defTabSz="914400" rtl="1" eaLnBrk="1" latinLnBrk="0" hangingPunct="1">
      <a:defRPr sz="2400" kern="1200">
        <a:solidFill>
          <a:schemeClr val="tx1"/>
        </a:solidFill>
        <a:latin typeface="Times" pitchFamily="18" charset="0"/>
        <a:ea typeface="+mn-ea"/>
        <a:cs typeface="+mn-cs"/>
      </a:defRPr>
    </a:lvl8pPr>
    <a:lvl9pPr marL="3657600" algn="r" defTabSz="914400" rtl="1"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12096">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CD1"/>
    <a:srgbClr val="FFE6C1"/>
    <a:srgbClr val="FEE4CE"/>
    <a:srgbClr val="EBFFFA"/>
    <a:srgbClr val="000000"/>
    <a:srgbClr val="FFFF66"/>
    <a:srgbClr val="5800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294" autoAdjust="0"/>
    <p:restoredTop sz="99655" autoAdjust="0"/>
  </p:normalViewPr>
  <p:slideViewPr>
    <p:cSldViewPr>
      <p:cViewPr varScale="1">
        <p:scale>
          <a:sx n="13" d="100"/>
          <a:sy n="13" d="100"/>
        </p:scale>
        <p:origin x="2436" y="120"/>
      </p:cViewPr>
      <p:guideLst>
        <p:guide orient="horz" pos="12096"/>
        <p:guide pos="103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5440363" y="0"/>
            <a:ext cx="4160837" cy="365125"/>
          </a:xfrm>
          <a:prstGeom prst="rect">
            <a:avLst/>
          </a:prstGeom>
        </p:spPr>
        <p:txBody>
          <a:bodyPr vert="horz" lIns="91440" tIns="45720" rIns="91440" bIns="45720" rtlCol="1"/>
          <a:lstStyle>
            <a:lvl1pPr algn="r">
              <a:defRPr sz="1200"/>
            </a:lvl1pPr>
          </a:lstStyle>
          <a:p>
            <a:pPr>
              <a:defRPr/>
            </a:pPr>
            <a:endParaRPr lang="he-IL"/>
          </a:p>
        </p:txBody>
      </p:sp>
      <p:sp>
        <p:nvSpPr>
          <p:cNvPr id="3" name="מציין מיקום של תאריך 2"/>
          <p:cNvSpPr>
            <a:spLocks noGrp="1"/>
          </p:cNvSpPr>
          <p:nvPr>
            <p:ph type="dt" idx="1"/>
          </p:nvPr>
        </p:nvSpPr>
        <p:spPr>
          <a:xfrm>
            <a:off x="1588" y="0"/>
            <a:ext cx="4160837" cy="365125"/>
          </a:xfrm>
          <a:prstGeom prst="rect">
            <a:avLst/>
          </a:prstGeom>
        </p:spPr>
        <p:txBody>
          <a:bodyPr vert="horz" lIns="91440" tIns="45720" rIns="91440" bIns="45720" rtlCol="1"/>
          <a:lstStyle>
            <a:lvl1pPr algn="l">
              <a:defRPr sz="1200"/>
            </a:lvl1pPr>
          </a:lstStyle>
          <a:p>
            <a:pPr>
              <a:defRPr/>
            </a:pPr>
            <a:fld id="{FFD718A6-9CBF-47D4-8032-CEE61DA2DCA7}" type="datetimeFigureOut">
              <a:rPr lang="he-IL"/>
              <a:pPr>
                <a:defRPr/>
              </a:pPr>
              <a:t>י"ד/תשרי/תש"פ</a:t>
            </a:fld>
            <a:endParaRPr lang="he-IL"/>
          </a:p>
        </p:txBody>
      </p:sp>
      <p:sp>
        <p:nvSpPr>
          <p:cNvPr id="4" name="מציין מיקום של תמונת שקופית 3"/>
          <p:cNvSpPr>
            <a:spLocks noGrp="1" noRot="1" noChangeAspect="1"/>
          </p:cNvSpPr>
          <p:nvPr>
            <p:ph type="sldImg" idx="2"/>
          </p:nvPr>
        </p:nvSpPr>
        <p:spPr>
          <a:xfrm>
            <a:off x="3624263" y="549275"/>
            <a:ext cx="2352675" cy="2743200"/>
          </a:xfrm>
          <a:prstGeom prst="rect">
            <a:avLst/>
          </a:prstGeom>
          <a:noFill/>
          <a:ln w="12700">
            <a:solidFill>
              <a:prstClr val="black"/>
            </a:solidFill>
          </a:ln>
        </p:spPr>
        <p:txBody>
          <a:bodyPr vert="horz" lIns="91440" tIns="45720" rIns="91440" bIns="45720" rtlCol="1" anchor="ctr"/>
          <a:lstStyle/>
          <a:p>
            <a:pPr lvl="0"/>
            <a:endParaRPr lang="he-IL" noProof="0"/>
          </a:p>
        </p:txBody>
      </p:sp>
      <p:sp>
        <p:nvSpPr>
          <p:cNvPr id="5" name="מציין מיקום של הערות 4"/>
          <p:cNvSpPr>
            <a:spLocks noGrp="1"/>
          </p:cNvSpPr>
          <p:nvPr>
            <p:ph type="body" sz="quarter" idx="3"/>
          </p:nvPr>
        </p:nvSpPr>
        <p:spPr>
          <a:xfrm>
            <a:off x="960438" y="3475038"/>
            <a:ext cx="7680325" cy="3290887"/>
          </a:xfrm>
          <a:prstGeom prst="rect">
            <a:avLst/>
          </a:prstGeom>
        </p:spPr>
        <p:txBody>
          <a:bodyPr vert="horz" wrap="square" lIns="91440" tIns="45720" rIns="91440" bIns="45720" numCol="1" anchor="t" anchorCtr="0" compatLnSpc="1">
            <a:prstTxWarp prst="textNoShape">
              <a:avLst/>
            </a:prstTxWarp>
          </a:bodyPr>
          <a:lstStyle/>
          <a:p>
            <a:pPr lvl="0"/>
            <a:r>
              <a:rPr lang="he-IL" altLang="en-US" noProof="0"/>
              <a:t>לחץ כדי לערוך סגנונות טקסט של תבנית בסיס</a:t>
            </a:r>
          </a:p>
          <a:p>
            <a:pPr lvl="1"/>
            <a:r>
              <a:rPr lang="he-IL" altLang="en-US" noProof="0"/>
              <a:t>רמה שנייה</a:t>
            </a:r>
          </a:p>
          <a:p>
            <a:pPr lvl="2"/>
            <a:r>
              <a:rPr lang="he-IL" altLang="en-US" noProof="0"/>
              <a:t>רמה שלישית</a:t>
            </a:r>
          </a:p>
          <a:p>
            <a:pPr lvl="3"/>
            <a:r>
              <a:rPr lang="he-IL" altLang="en-US" noProof="0"/>
              <a:t>רמה רביעית</a:t>
            </a:r>
          </a:p>
          <a:p>
            <a:pPr lvl="4"/>
            <a:r>
              <a:rPr lang="he-IL" altLang="en-US" noProof="0"/>
              <a:t>רמה חמישית</a:t>
            </a:r>
          </a:p>
        </p:txBody>
      </p:sp>
      <p:sp>
        <p:nvSpPr>
          <p:cNvPr id="6" name="מציין מיקום של כותרת תחתונה 5"/>
          <p:cNvSpPr>
            <a:spLocks noGrp="1"/>
          </p:cNvSpPr>
          <p:nvPr>
            <p:ph type="ftr" sz="quarter" idx="4"/>
          </p:nvPr>
        </p:nvSpPr>
        <p:spPr>
          <a:xfrm>
            <a:off x="5440363" y="6948488"/>
            <a:ext cx="4160837" cy="365125"/>
          </a:xfrm>
          <a:prstGeom prst="rect">
            <a:avLst/>
          </a:prstGeom>
        </p:spPr>
        <p:txBody>
          <a:bodyPr vert="horz" lIns="91440" tIns="45720" rIns="91440" bIns="45720" rtlCol="1" anchor="b"/>
          <a:lstStyle>
            <a:lvl1pPr algn="r">
              <a:defRPr sz="1200"/>
            </a:lvl1pPr>
          </a:lstStyle>
          <a:p>
            <a:pPr>
              <a:defRPr/>
            </a:pPr>
            <a:endParaRPr lang="he-IL"/>
          </a:p>
        </p:txBody>
      </p:sp>
      <p:sp>
        <p:nvSpPr>
          <p:cNvPr id="7" name="מציין מיקום של מספר שקופית 6"/>
          <p:cNvSpPr>
            <a:spLocks noGrp="1"/>
          </p:cNvSpPr>
          <p:nvPr>
            <p:ph type="sldNum" sz="quarter" idx="5"/>
          </p:nvPr>
        </p:nvSpPr>
        <p:spPr>
          <a:xfrm>
            <a:off x="1588" y="6948488"/>
            <a:ext cx="4160837" cy="365125"/>
          </a:xfrm>
          <a:prstGeom prst="rect">
            <a:avLst/>
          </a:prstGeom>
        </p:spPr>
        <p:txBody>
          <a:bodyPr vert="horz" lIns="91440" tIns="45720" rIns="91440" bIns="45720" rtlCol="1" anchor="b"/>
          <a:lstStyle>
            <a:lvl1pPr algn="l">
              <a:defRPr sz="1200"/>
            </a:lvl1pPr>
          </a:lstStyle>
          <a:p>
            <a:pPr>
              <a:defRPr/>
            </a:pPr>
            <a:fld id="{232CB7AC-1C6A-4F8F-9668-CFB403BE41C1}" type="slidenum">
              <a:rPr lang="he-IL"/>
              <a:pPr>
                <a:defRPr/>
              </a:pPr>
              <a:t>‹#›</a:t>
            </a:fld>
            <a:endParaRPr lang="he-IL"/>
          </a:p>
        </p:txBody>
      </p:sp>
    </p:spTree>
    <p:extLst>
      <p:ext uri="{BB962C8B-B14F-4D97-AF65-F5344CB8AC3E}">
        <p14:creationId xmlns:p14="http://schemas.microsoft.com/office/powerpoint/2010/main" val="525341180"/>
      </p:ext>
    </p:extLst>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mn-lt"/>
        <a:ea typeface="+mn-ea"/>
        <a:cs typeface="Arial" charset="0"/>
      </a:defRPr>
    </a:lvl1pPr>
    <a:lvl2pPr marL="457200" algn="r" rtl="1" eaLnBrk="0" fontAlgn="base" hangingPunct="0">
      <a:spcBef>
        <a:spcPct val="30000"/>
      </a:spcBef>
      <a:spcAft>
        <a:spcPct val="0"/>
      </a:spcAft>
      <a:defRPr sz="1200" kern="1200">
        <a:solidFill>
          <a:schemeClr val="tx1"/>
        </a:solidFill>
        <a:latin typeface="+mn-lt"/>
        <a:ea typeface="+mn-ea"/>
        <a:cs typeface="Arial" charset="0"/>
      </a:defRPr>
    </a:lvl2pPr>
    <a:lvl3pPr marL="914400" algn="r" rtl="1" eaLnBrk="0" fontAlgn="base" hangingPunct="0">
      <a:spcBef>
        <a:spcPct val="30000"/>
      </a:spcBef>
      <a:spcAft>
        <a:spcPct val="0"/>
      </a:spcAft>
      <a:defRPr sz="1200" kern="1200">
        <a:solidFill>
          <a:schemeClr val="tx1"/>
        </a:solidFill>
        <a:latin typeface="+mn-lt"/>
        <a:ea typeface="+mn-ea"/>
        <a:cs typeface="Arial" charset="0"/>
      </a:defRPr>
    </a:lvl3pPr>
    <a:lvl4pPr marL="1371600" algn="r" rtl="1" eaLnBrk="0" fontAlgn="base" hangingPunct="0">
      <a:spcBef>
        <a:spcPct val="30000"/>
      </a:spcBef>
      <a:spcAft>
        <a:spcPct val="0"/>
      </a:spcAft>
      <a:defRPr sz="1200" kern="1200">
        <a:solidFill>
          <a:schemeClr val="tx1"/>
        </a:solidFill>
        <a:latin typeface="+mn-lt"/>
        <a:ea typeface="+mn-ea"/>
        <a:cs typeface="Arial" charset="0"/>
      </a:defRPr>
    </a:lvl4pPr>
    <a:lvl5pPr marL="1828800" algn="r" rtl="1" eaLnBrk="0" fontAlgn="base" hangingPunct="0">
      <a:spcBef>
        <a:spcPct val="30000"/>
      </a:spcBef>
      <a:spcAft>
        <a:spcPct val="0"/>
      </a:spcAft>
      <a:defRPr sz="1200" kern="1200">
        <a:solidFill>
          <a:schemeClr val="tx1"/>
        </a:solidFill>
        <a:latin typeface="+mn-lt"/>
        <a:ea typeface="+mn-ea"/>
        <a:cs typeface="Arial" charset="0"/>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מציין מיקום של תמונת שקופית 1"/>
          <p:cNvSpPr>
            <a:spLocks noGrp="1" noRot="1" noChangeAspect="1" noTextEdit="1"/>
          </p:cNvSpPr>
          <p:nvPr>
            <p:ph type="sldImg"/>
          </p:nvPr>
        </p:nvSpPr>
        <p:spPr bwMode="auto">
          <a:noFill/>
          <a:ln>
            <a:solidFill>
              <a:srgbClr val="000000"/>
            </a:solidFill>
            <a:miter lim="800000"/>
            <a:headEnd/>
            <a:tailEnd/>
          </a:ln>
        </p:spPr>
      </p:sp>
      <p:sp>
        <p:nvSpPr>
          <p:cNvPr id="4099" name="מציין מיקום של הערות 2"/>
          <p:cNvSpPr>
            <a:spLocks noGrp="1"/>
          </p:cNvSpPr>
          <p:nvPr>
            <p:ph type="body" idx="1"/>
          </p:nvPr>
        </p:nvSpPr>
        <p:spPr bwMode="auto">
          <a:noFill/>
        </p:spPr>
        <p:txBody>
          <a:bodyPr/>
          <a:lstStyle/>
          <a:p>
            <a:pPr eaLnBrk="1" hangingPunct="1">
              <a:spcBef>
                <a:spcPct val="0"/>
              </a:spcBef>
            </a:pPr>
            <a:endParaRPr lang="he-IL" altLang="en-US">
              <a:cs typeface="Arial" pitchFamily="34" charset="0"/>
            </a:endParaRPr>
          </a:p>
        </p:txBody>
      </p:sp>
      <p:sp>
        <p:nvSpPr>
          <p:cNvPr id="4100" name="מציין מיקום של מספר שקופית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A81A1DD-2045-4FB9-9BB0-85A7D8F2D443}" type="slidenum">
              <a:rPr lang="he-IL" altLang="en-US" smtClean="0"/>
              <a:pPr/>
              <a:t>1</a:t>
            </a:fld>
            <a:endParaRPr lang="he-IL"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2468337" y="11931121"/>
            <a:ext cx="27981729" cy="8230658"/>
          </a:xfrm>
        </p:spPr>
        <p:txBody>
          <a:bodyPr/>
          <a:lstStyle/>
          <a:p>
            <a:r>
              <a:rPr lang="he-IL"/>
              <a:t>לחץ כדי לערוך סגנון כותרת של תבנית בסיס</a:t>
            </a:r>
          </a:p>
        </p:txBody>
      </p:sp>
      <p:sp>
        <p:nvSpPr>
          <p:cNvPr id="3" name="כותרת משנה 2"/>
          <p:cNvSpPr>
            <a:spLocks noGrp="1"/>
          </p:cNvSpPr>
          <p:nvPr>
            <p:ph type="subTitle" idx="1"/>
          </p:nvPr>
        </p:nvSpPr>
        <p:spPr>
          <a:xfrm>
            <a:off x="4938034" y="21761979"/>
            <a:ext cx="23042336" cy="981604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he-IL"/>
              <a:t>לחץ כדי לערוך סגנון כותרת משנה של תבנית בסיס</a:t>
            </a:r>
          </a:p>
        </p:txBody>
      </p:sp>
      <p:sp>
        <p:nvSpPr>
          <p:cNvPr id="4" name="Rectangle 4"/>
          <p:cNvSpPr>
            <a:spLocks noGrp="1" noChangeArrowheads="1"/>
          </p:cNvSpPr>
          <p:nvPr>
            <p:ph type="dt" sz="half" idx="10"/>
          </p:nvPr>
        </p:nvSpPr>
        <p:spPr>
          <a:ln/>
        </p:spPr>
        <p:txBody>
          <a:bodyPr/>
          <a:lstStyle>
            <a:lvl1pPr>
              <a:defRPr/>
            </a:lvl1pPr>
          </a:lstStyle>
          <a:p>
            <a:pPr>
              <a:defRPr/>
            </a:pPr>
            <a:endParaRPr lang="he-IL" altLang="he-IL"/>
          </a:p>
        </p:txBody>
      </p:sp>
      <p:sp>
        <p:nvSpPr>
          <p:cNvPr id="5" name="Rectangle 5"/>
          <p:cNvSpPr>
            <a:spLocks noGrp="1" noChangeArrowheads="1"/>
          </p:cNvSpPr>
          <p:nvPr>
            <p:ph type="ftr" sz="quarter" idx="11"/>
          </p:nvPr>
        </p:nvSpPr>
        <p:spPr>
          <a:ln/>
        </p:spPr>
        <p:txBody>
          <a:bodyPr/>
          <a:lstStyle>
            <a:lvl1pPr>
              <a:defRPr/>
            </a:lvl1pPr>
          </a:lstStyle>
          <a:p>
            <a:pPr>
              <a:defRPr/>
            </a:pPr>
            <a:endParaRPr lang="he-IL" altLang="he-IL"/>
          </a:p>
        </p:txBody>
      </p:sp>
      <p:sp>
        <p:nvSpPr>
          <p:cNvPr id="6" name="Rectangle 6"/>
          <p:cNvSpPr>
            <a:spLocks noGrp="1" noChangeArrowheads="1"/>
          </p:cNvSpPr>
          <p:nvPr>
            <p:ph type="sldNum" sz="quarter" idx="12"/>
          </p:nvPr>
        </p:nvSpPr>
        <p:spPr>
          <a:ln/>
        </p:spPr>
        <p:txBody>
          <a:bodyPr/>
          <a:lstStyle>
            <a:lvl1pPr>
              <a:defRPr/>
            </a:lvl1pPr>
          </a:lstStyle>
          <a:p>
            <a:pPr>
              <a:defRPr/>
            </a:pPr>
            <a:fld id="{7237546C-3112-492A-8C8E-C4B5C6008949}" type="slidenum">
              <a:rPr lang="en-US" altLang="he-IL"/>
              <a:pPr>
                <a:defRPr/>
              </a:pPr>
              <a:t>‹#›</a:t>
            </a:fld>
            <a:endParaRPr lang="en-US" altLang="he-I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4"/>
          <p:cNvSpPr>
            <a:spLocks noGrp="1" noChangeArrowheads="1"/>
          </p:cNvSpPr>
          <p:nvPr>
            <p:ph type="dt" sz="half" idx="10"/>
          </p:nvPr>
        </p:nvSpPr>
        <p:spPr>
          <a:ln/>
        </p:spPr>
        <p:txBody>
          <a:bodyPr/>
          <a:lstStyle>
            <a:lvl1pPr>
              <a:defRPr/>
            </a:lvl1pPr>
          </a:lstStyle>
          <a:p>
            <a:pPr>
              <a:defRPr/>
            </a:pPr>
            <a:endParaRPr lang="he-IL" altLang="he-IL"/>
          </a:p>
        </p:txBody>
      </p:sp>
      <p:sp>
        <p:nvSpPr>
          <p:cNvPr id="5" name="Rectangle 5"/>
          <p:cNvSpPr>
            <a:spLocks noGrp="1" noChangeArrowheads="1"/>
          </p:cNvSpPr>
          <p:nvPr>
            <p:ph type="ftr" sz="quarter" idx="11"/>
          </p:nvPr>
        </p:nvSpPr>
        <p:spPr>
          <a:ln/>
        </p:spPr>
        <p:txBody>
          <a:bodyPr/>
          <a:lstStyle>
            <a:lvl1pPr>
              <a:defRPr/>
            </a:lvl1pPr>
          </a:lstStyle>
          <a:p>
            <a:pPr>
              <a:defRPr/>
            </a:pPr>
            <a:endParaRPr lang="he-IL" altLang="he-IL"/>
          </a:p>
        </p:txBody>
      </p:sp>
      <p:sp>
        <p:nvSpPr>
          <p:cNvPr id="6" name="Rectangle 6"/>
          <p:cNvSpPr>
            <a:spLocks noGrp="1" noChangeArrowheads="1"/>
          </p:cNvSpPr>
          <p:nvPr>
            <p:ph type="sldNum" sz="quarter" idx="12"/>
          </p:nvPr>
        </p:nvSpPr>
        <p:spPr>
          <a:ln/>
        </p:spPr>
        <p:txBody>
          <a:bodyPr/>
          <a:lstStyle>
            <a:lvl1pPr>
              <a:defRPr/>
            </a:lvl1pPr>
          </a:lstStyle>
          <a:p>
            <a:pPr>
              <a:defRPr/>
            </a:pPr>
            <a:fld id="{11CE875E-7570-40A4-A04D-822919AD76CF}" type="slidenum">
              <a:rPr lang="en-US" altLang="he-IL"/>
              <a:pPr>
                <a:defRPr/>
              </a:pPr>
              <a:t>‹#›</a:t>
            </a:fld>
            <a:endParaRPr lang="en-US" altLang="he-I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2600327" y="24679013"/>
            <a:ext cx="27980367" cy="7626879"/>
          </a:xfrm>
        </p:spPr>
        <p:txBody>
          <a:bodyPr anchor="t"/>
          <a:lstStyle>
            <a:lvl1pPr algn="r">
              <a:defRPr sz="40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2600327" y="16277961"/>
            <a:ext cx="27980367" cy="84010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he-IL"/>
              <a:t>לחץ כדי לערוך סגנונות טקסט של תבנית בסיס</a:t>
            </a:r>
          </a:p>
        </p:txBody>
      </p:sp>
      <p:sp>
        <p:nvSpPr>
          <p:cNvPr id="4" name="Rectangle 4"/>
          <p:cNvSpPr>
            <a:spLocks noGrp="1" noChangeArrowheads="1"/>
          </p:cNvSpPr>
          <p:nvPr>
            <p:ph type="dt" sz="half" idx="10"/>
          </p:nvPr>
        </p:nvSpPr>
        <p:spPr>
          <a:ln/>
        </p:spPr>
        <p:txBody>
          <a:bodyPr/>
          <a:lstStyle>
            <a:lvl1pPr>
              <a:defRPr/>
            </a:lvl1pPr>
          </a:lstStyle>
          <a:p>
            <a:pPr>
              <a:defRPr/>
            </a:pPr>
            <a:endParaRPr lang="he-IL" altLang="he-IL"/>
          </a:p>
        </p:txBody>
      </p:sp>
      <p:sp>
        <p:nvSpPr>
          <p:cNvPr id="5" name="Rectangle 5"/>
          <p:cNvSpPr>
            <a:spLocks noGrp="1" noChangeArrowheads="1"/>
          </p:cNvSpPr>
          <p:nvPr>
            <p:ph type="ftr" sz="quarter" idx="11"/>
          </p:nvPr>
        </p:nvSpPr>
        <p:spPr>
          <a:ln/>
        </p:spPr>
        <p:txBody>
          <a:bodyPr/>
          <a:lstStyle>
            <a:lvl1pPr>
              <a:defRPr/>
            </a:lvl1pPr>
          </a:lstStyle>
          <a:p>
            <a:pPr>
              <a:defRPr/>
            </a:pPr>
            <a:endParaRPr lang="he-IL" altLang="he-IL"/>
          </a:p>
        </p:txBody>
      </p:sp>
      <p:sp>
        <p:nvSpPr>
          <p:cNvPr id="6" name="Rectangle 6"/>
          <p:cNvSpPr>
            <a:spLocks noGrp="1" noChangeArrowheads="1"/>
          </p:cNvSpPr>
          <p:nvPr>
            <p:ph type="sldNum" sz="quarter" idx="12"/>
          </p:nvPr>
        </p:nvSpPr>
        <p:spPr>
          <a:ln/>
        </p:spPr>
        <p:txBody>
          <a:bodyPr/>
          <a:lstStyle>
            <a:lvl1pPr>
              <a:defRPr/>
            </a:lvl1pPr>
          </a:lstStyle>
          <a:p>
            <a:pPr>
              <a:defRPr/>
            </a:pPr>
            <a:fld id="{39E3778E-0C05-4353-A052-D9825DA24F85}" type="slidenum">
              <a:rPr lang="en-US" altLang="he-IL"/>
              <a:pPr>
                <a:defRPr/>
              </a:pPr>
              <a:t>‹#›</a:t>
            </a:fld>
            <a:endParaRPr lang="en-US" altLang="he-I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2469698" y="11093981"/>
            <a:ext cx="13924189" cy="2304362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16524514" y="11093981"/>
            <a:ext cx="13924190" cy="2304362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Rectangle 4"/>
          <p:cNvSpPr>
            <a:spLocks noGrp="1" noChangeArrowheads="1"/>
          </p:cNvSpPr>
          <p:nvPr>
            <p:ph type="dt" sz="half" idx="10"/>
          </p:nvPr>
        </p:nvSpPr>
        <p:spPr>
          <a:ln/>
        </p:spPr>
        <p:txBody>
          <a:bodyPr/>
          <a:lstStyle>
            <a:lvl1pPr>
              <a:defRPr/>
            </a:lvl1pPr>
          </a:lstStyle>
          <a:p>
            <a:pPr>
              <a:defRPr/>
            </a:pPr>
            <a:endParaRPr lang="he-IL" altLang="he-IL"/>
          </a:p>
        </p:txBody>
      </p:sp>
      <p:sp>
        <p:nvSpPr>
          <p:cNvPr id="6" name="Rectangle 5"/>
          <p:cNvSpPr>
            <a:spLocks noGrp="1" noChangeArrowheads="1"/>
          </p:cNvSpPr>
          <p:nvPr>
            <p:ph type="ftr" sz="quarter" idx="11"/>
          </p:nvPr>
        </p:nvSpPr>
        <p:spPr>
          <a:ln/>
        </p:spPr>
        <p:txBody>
          <a:bodyPr/>
          <a:lstStyle>
            <a:lvl1pPr>
              <a:defRPr/>
            </a:lvl1pPr>
          </a:lstStyle>
          <a:p>
            <a:pPr>
              <a:defRPr/>
            </a:pPr>
            <a:endParaRPr lang="he-IL" altLang="he-IL"/>
          </a:p>
        </p:txBody>
      </p:sp>
      <p:sp>
        <p:nvSpPr>
          <p:cNvPr id="7" name="Rectangle 6"/>
          <p:cNvSpPr>
            <a:spLocks noGrp="1" noChangeArrowheads="1"/>
          </p:cNvSpPr>
          <p:nvPr>
            <p:ph type="sldNum" sz="quarter" idx="12"/>
          </p:nvPr>
        </p:nvSpPr>
        <p:spPr>
          <a:ln/>
        </p:spPr>
        <p:txBody>
          <a:bodyPr/>
          <a:lstStyle>
            <a:lvl1pPr>
              <a:defRPr/>
            </a:lvl1pPr>
          </a:lstStyle>
          <a:p>
            <a:pPr>
              <a:defRPr/>
            </a:pPr>
            <a:fld id="{7DD4D301-9487-4A71-BD11-F23AD6EF86E4}" type="slidenum">
              <a:rPr lang="en-US" altLang="he-IL"/>
              <a:pPr>
                <a:defRPr/>
              </a:pPr>
              <a:t>‹#›</a:t>
            </a:fld>
            <a:endParaRPr lang="en-US" altLang="he-I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1646465" y="1537229"/>
            <a:ext cx="29625471" cy="6400800"/>
          </a:xfrm>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1646465" y="8597373"/>
            <a:ext cx="14544675" cy="35819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1646465" y="12179302"/>
            <a:ext cx="14544675" cy="221268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16721820" y="8597373"/>
            <a:ext cx="14550117" cy="35819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16721820" y="12179302"/>
            <a:ext cx="14550117" cy="221268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Rectangle 4"/>
          <p:cNvSpPr>
            <a:spLocks noGrp="1" noChangeArrowheads="1"/>
          </p:cNvSpPr>
          <p:nvPr>
            <p:ph type="dt" sz="half" idx="10"/>
          </p:nvPr>
        </p:nvSpPr>
        <p:spPr>
          <a:ln/>
        </p:spPr>
        <p:txBody>
          <a:bodyPr/>
          <a:lstStyle>
            <a:lvl1pPr>
              <a:defRPr/>
            </a:lvl1pPr>
          </a:lstStyle>
          <a:p>
            <a:pPr>
              <a:defRPr/>
            </a:pPr>
            <a:endParaRPr lang="he-IL" altLang="he-IL"/>
          </a:p>
        </p:txBody>
      </p:sp>
      <p:sp>
        <p:nvSpPr>
          <p:cNvPr id="8" name="Rectangle 5"/>
          <p:cNvSpPr>
            <a:spLocks noGrp="1" noChangeArrowheads="1"/>
          </p:cNvSpPr>
          <p:nvPr>
            <p:ph type="ftr" sz="quarter" idx="11"/>
          </p:nvPr>
        </p:nvSpPr>
        <p:spPr>
          <a:ln/>
        </p:spPr>
        <p:txBody>
          <a:bodyPr/>
          <a:lstStyle>
            <a:lvl1pPr>
              <a:defRPr/>
            </a:lvl1pPr>
          </a:lstStyle>
          <a:p>
            <a:pPr>
              <a:defRPr/>
            </a:pPr>
            <a:endParaRPr lang="he-IL" altLang="he-IL"/>
          </a:p>
        </p:txBody>
      </p:sp>
      <p:sp>
        <p:nvSpPr>
          <p:cNvPr id="9" name="Rectangle 6"/>
          <p:cNvSpPr>
            <a:spLocks noGrp="1" noChangeArrowheads="1"/>
          </p:cNvSpPr>
          <p:nvPr>
            <p:ph type="sldNum" sz="quarter" idx="12"/>
          </p:nvPr>
        </p:nvSpPr>
        <p:spPr>
          <a:ln/>
        </p:spPr>
        <p:txBody>
          <a:bodyPr/>
          <a:lstStyle>
            <a:lvl1pPr>
              <a:defRPr/>
            </a:lvl1pPr>
          </a:lstStyle>
          <a:p>
            <a:pPr>
              <a:defRPr/>
            </a:pPr>
            <a:fld id="{52B8488C-5EF8-44BA-A83B-11E434994573}" type="slidenum">
              <a:rPr lang="en-US" altLang="he-IL"/>
              <a:pPr>
                <a:defRPr/>
              </a:pPr>
              <a:t>‹#›</a:t>
            </a:fld>
            <a:endParaRPr lang="en-US" altLang="he-I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Rectangle 4"/>
          <p:cNvSpPr>
            <a:spLocks noGrp="1" noChangeArrowheads="1"/>
          </p:cNvSpPr>
          <p:nvPr>
            <p:ph type="dt" sz="half" idx="10"/>
          </p:nvPr>
        </p:nvSpPr>
        <p:spPr>
          <a:ln/>
        </p:spPr>
        <p:txBody>
          <a:bodyPr/>
          <a:lstStyle>
            <a:lvl1pPr>
              <a:defRPr/>
            </a:lvl1pPr>
          </a:lstStyle>
          <a:p>
            <a:pPr>
              <a:defRPr/>
            </a:pPr>
            <a:endParaRPr lang="he-IL" altLang="he-IL"/>
          </a:p>
        </p:txBody>
      </p:sp>
      <p:sp>
        <p:nvSpPr>
          <p:cNvPr id="4" name="Rectangle 5"/>
          <p:cNvSpPr>
            <a:spLocks noGrp="1" noChangeArrowheads="1"/>
          </p:cNvSpPr>
          <p:nvPr>
            <p:ph type="ftr" sz="quarter" idx="11"/>
          </p:nvPr>
        </p:nvSpPr>
        <p:spPr>
          <a:ln/>
        </p:spPr>
        <p:txBody>
          <a:bodyPr/>
          <a:lstStyle>
            <a:lvl1pPr>
              <a:defRPr/>
            </a:lvl1pPr>
          </a:lstStyle>
          <a:p>
            <a:pPr>
              <a:defRPr/>
            </a:pPr>
            <a:endParaRPr lang="he-IL" altLang="he-IL"/>
          </a:p>
        </p:txBody>
      </p:sp>
      <p:sp>
        <p:nvSpPr>
          <p:cNvPr id="5" name="Rectangle 6"/>
          <p:cNvSpPr>
            <a:spLocks noGrp="1" noChangeArrowheads="1"/>
          </p:cNvSpPr>
          <p:nvPr>
            <p:ph type="sldNum" sz="quarter" idx="12"/>
          </p:nvPr>
        </p:nvSpPr>
        <p:spPr>
          <a:ln/>
        </p:spPr>
        <p:txBody>
          <a:bodyPr/>
          <a:lstStyle>
            <a:lvl1pPr>
              <a:defRPr/>
            </a:lvl1pPr>
          </a:lstStyle>
          <a:p>
            <a:pPr>
              <a:defRPr/>
            </a:pPr>
            <a:fld id="{12BB2EC0-B9B0-470B-B351-074B6919BEAB}" type="slidenum">
              <a:rPr lang="en-US" altLang="he-IL"/>
              <a:pPr>
                <a:defRPr/>
              </a:pPr>
              <a:t>‹#›</a:t>
            </a:fld>
            <a:endParaRPr lang="en-US" altLang="he-I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he-IL" altLang="he-IL"/>
          </a:p>
        </p:txBody>
      </p:sp>
      <p:sp>
        <p:nvSpPr>
          <p:cNvPr id="3" name="Rectangle 5"/>
          <p:cNvSpPr>
            <a:spLocks noGrp="1" noChangeArrowheads="1"/>
          </p:cNvSpPr>
          <p:nvPr>
            <p:ph type="ftr" sz="quarter" idx="11"/>
          </p:nvPr>
        </p:nvSpPr>
        <p:spPr>
          <a:ln/>
        </p:spPr>
        <p:txBody>
          <a:bodyPr/>
          <a:lstStyle>
            <a:lvl1pPr>
              <a:defRPr/>
            </a:lvl1pPr>
          </a:lstStyle>
          <a:p>
            <a:pPr>
              <a:defRPr/>
            </a:pPr>
            <a:endParaRPr lang="he-IL" altLang="he-IL"/>
          </a:p>
        </p:txBody>
      </p:sp>
      <p:sp>
        <p:nvSpPr>
          <p:cNvPr id="4" name="Rectangle 6"/>
          <p:cNvSpPr>
            <a:spLocks noGrp="1" noChangeArrowheads="1"/>
          </p:cNvSpPr>
          <p:nvPr>
            <p:ph type="sldNum" sz="quarter" idx="12"/>
          </p:nvPr>
        </p:nvSpPr>
        <p:spPr>
          <a:ln/>
        </p:spPr>
        <p:txBody>
          <a:bodyPr/>
          <a:lstStyle>
            <a:lvl1pPr>
              <a:defRPr/>
            </a:lvl1pPr>
          </a:lstStyle>
          <a:p>
            <a:pPr>
              <a:defRPr/>
            </a:pPr>
            <a:fld id="{FC3DB70C-5897-42A3-953C-D9E04BB6339D}" type="slidenum">
              <a:rPr lang="en-US" altLang="he-IL"/>
              <a:pPr>
                <a:defRPr/>
              </a:pPr>
              <a:t>‹#›</a:t>
            </a:fld>
            <a:endParaRPr lang="en-US" altLang="he-I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646466" y="1529821"/>
            <a:ext cx="10829925" cy="6506369"/>
          </a:xfrm>
        </p:spPr>
        <p:txBody>
          <a:bodyPr anchor="b"/>
          <a:lstStyle>
            <a:lvl1pPr algn="r">
              <a:defRPr sz="20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12869636" y="1529821"/>
            <a:ext cx="18402300" cy="3277631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1646466" y="8036190"/>
            <a:ext cx="10829925" cy="262699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Rectangle 4"/>
          <p:cNvSpPr>
            <a:spLocks noGrp="1" noChangeArrowheads="1"/>
          </p:cNvSpPr>
          <p:nvPr>
            <p:ph type="dt" sz="half" idx="10"/>
          </p:nvPr>
        </p:nvSpPr>
        <p:spPr>
          <a:ln/>
        </p:spPr>
        <p:txBody>
          <a:bodyPr/>
          <a:lstStyle>
            <a:lvl1pPr>
              <a:defRPr/>
            </a:lvl1pPr>
          </a:lstStyle>
          <a:p>
            <a:pPr>
              <a:defRPr/>
            </a:pPr>
            <a:endParaRPr lang="he-IL" altLang="he-IL"/>
          </a:p>
        </p:txBody>
      </p:sp>
      <p:sp>
        <p:nvSpPr>
          <p:cNvPr id="6" name="Rectangle 5"/>
          <p:cNvSpPr>
            <a:spLocks noGrp="1" noChangeArrowheads="1"/>
          </p:cNvSpPr>
          <p:nvPr>
            <p:ph type="ftr" sz="quarter" idx="11"/>
          </p:nvPr>
        </p:nvSpPr>
        <p:spPr>
          <a:ln/>
        </p:spPr>
        <p:txBody>
          <a:bodyPr/>
          <a:lstStyle>
            <a:lvl1pPr>
              <a:defRPr/>
            </a:lvl1pPr>
          </a:lstStyle>
          <a:p>
            <a:pPr>
              <a:defRPr/>
            </a:pPr>
            <a:endParaRPr lang="he-IL" altLang="he-IL"/>
          </a:p>
        </p:txBody>
      </p:sp>
      <p:sp>
        <p:nvSpPr>
          <p:cNvPr id="7" name="Rectangle 6"/>
          <p:cNvSpPr>
            <a:spLocks noGrp="1" noChangeArrowheads="1"/>
          </p:cNvSpPr>
          <p:nvPr>
            <p:ph type="sldNum" sz="quarter" idx="12"/>
          </p:nvPr>
        </p:nvSpPr>
        <p:spPr>
          <a:ln/>
        </p:spPr>
        <p:txBody>
          <a:bodyPr/>
          <a:lstStyle>
            <a:lvl1pPr>
              <a:defRPr/>
            </a:lvl1pPr>
          </a:lstStyle>
          <a:p>
            <a:pPr>
              <a:defRPr/>
            </a:pPr>
            <a:fld id="{79E9B89F-D886-4AC0-8955-7CD1CEA8BCD8}" type="slidenum">
              <a:rPr lang="en-US" altLang="he-IL"/>
              <a:pPr>
                <a:defRPr/>
              </a:pPr>
              <a:t>‹#›</a:t>
            </a:fld>
            <a:endParaRPr lang="en-US" altLang="he-I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452509" y="26882992"/>
            <a:ext cx="19750768" cy="3174471"/>
          </a:xfrm>
        </p:spPr>
        <p:txBody>
          <a:bodyPr anchor="b"/>
          <a:lstStyle>
            <a:lvl1pPr algn="r">
              <a:defRPr sz="20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6452509" y="3431913"/>
            <a:ext cx="19750768" cy="2304176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he-IL" noProof="0"/>
          </a:p>
        </p:txBody>
      </p:sp>
      <p:sp>
        <p:nvSpPr>
          <p:cNvPr id="4" name="מציין מיקום טקסט 3"/>
          <p:cNvSpPr>
            <a:spLocks noGrp="1"/>
          </p:cNvSpPr>
          <p:nvPr>
            <p:ph type="body" sz="half" idx="2"/>
          </p:nvPr>
        </p:nvSpPr>
        <p:spPr>
          <a:xfrm>
            <a:off x="6452509" y="30057463"/>
            <a:ext cx="19750768" cy="45061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Rectangle 4"/>
          <p:cNvSpPr>
            <a:spLocks noGrp="1" noChangeArrowheads="1"/>
          </p:cNvSpPr>
          <p:nvPr>
            <p:ph type="dt" sz="half" idx="10"/>
          </p:nvPr>
        </p:nvSpPr>
        <p:spPr>
          <a:ln/>
        </p:spPr>
        <p:txBody>
          <a:bodyPr/>
          <a:lstStyle>
            <a:lvl1pPr>
              <a:defRPr/>
            </a:lvl1pPr>
          </a:lstStyle>
          <a:p>
            <a:pPr>
              <a:defRPr/>
            </a:pPr>
            <a:endParaRPr lang="he-IL" altLang="he-IL"/>
          </a:p>
        </p:txBody>
      </p:sp>
      <p:sp>
        <p:nvSpPr>
          <p:cNvPr id="6" name="Rectangle 5"/>
          <p:cNvSpPr>
            <a:spLocks noGrp="1" noChangeArrowheads="1"/>
          </p:cNvSpPr>
          <p:nvPr>
            <p:ph type="ftr" sz="quarter" idx="11"/>
          </p:nvPr>
        </p:nvSpPr>
        <p:spPr>
          <a:ln/>
        </p:spPr>
        <p:txBody>
          <a:bodyPr/>
          <a:lstStyle>
            <a:lvl1pPr>
              <a:defRPr/>
            </a:lvl1pPr>
          </a:lstStyle>
          <a:p>
            <a:pPr>
              <a:defRPr/>
            </a:pPr>
            <a:endParaRPr lang="he-IL" altLang="he-IL"/>
          </a:p>
        </p:txBody>
      </p:sp>
      <p:sp>
        <p:nvSpPr>
          <p:cNvPr id="7" name="Rectangle 6"/>
          <p:cNvSpPr>
            <a:spLocks noGrp="1" noChangeArrowheads="1"/>
          </p:cNvSpPr>
          <p:nvPr>
            <p:ph type="sldNum" sz="quarter" idx="12"/>
          </p:nvPr>
        </p:nvSpPr>
        <p:spPr>
          <a:ln/>
        </p:spPr>
        <p:txBody>
          <a:bodyPr/>
          <a:lstStyle>
            <a:lvl1pPr>
              <a:defRPr/>
            </a:lvl1pPr>
          </a:lstStyle>
          <a:p>
            <a:pPr>
              <a:defRPr/>
            </a:pPr>
            <a:fld id="{96C26947-30D3-4ED4-89DE-296CF63D242E}" type="slidenum">
              <a:rPr lang="en-US" altLang="he-IL"/>
              <a:pPr>
                <a:defRPr/>
              </a:pPr>
              <a:t>‹#›</a:t>
            </a:fld>
            <a:endParaRPr lang="en-US" altLang="he-I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4"/>
          <p:cNvSpPr>
            <a:spLocks noGrp="1" noChangeArrowheads="1"/>
          </p:cNvSpPr>
          <p:nvPr>
            <p:ph type="dt" sz="half" idx="10"/>
          </p:nvPr>
        </p:nvSpPr>
        <p:spPr>
          <a:ln/>
        </p:spPr>
        <p:txBody>
          <a:bodyPr/>
          <a:lstStyle>
            <a:lvl1pPr>
              <a:defRPr/>
            </a:lvl1pPr>
          </a:lstStyle>
          <a:p>
            <a:pPr>
              <a:defRPr/>
            </a:pPr>
            <a:endParaRPr lang="he-IL" altLang="he-IL"/>
          </a:p>
        </p:txBody>
      </p:sp>
      <p:sp>
        <p:nvSpPr>
          <p:cNvPr id="5" name="Rectangle 5"/>
          <p:cNvSpPr>
            <a:spLocks noGrp="1" noChangeArrowheads="1"/>
          </p:cNvSpPr>
          <p:nvPr>
            <p:ph type="ftr" sz="quarter" idx="11"/>
          </p:nvPr>
        </p:nvSpPr>
        <p:spPr>
          <a:ln/>
        </p:spPr>
        <p:txBody>
          <a:bodyPr/>
          <a:lstStyle>
            <a:lvl1pPr>
              <a:defRPr/>
            </a:lvl1pPr>
          </a:lstStyle>
          <a:p>
            <a:pPr>
              <a:defRPr/>
            </a:pPr>
            <a:endParaRPr lang="he-IL" altLang="he-IL"/>
          </a:p>
        </p:txBody>
      </p:sp>
      <p:sp>
        <p:nvSpPr>
          <p:cNvPr id="6" name="Rectangle 6"/>
          <p:cNvSpPr>
            <a:spLocks noGrp="1" noChangeArrowheads="1"/>
          </p:cNvSpPr>
          <p:nvPr>
            <p:ph type="sldNum" sz="quarter" idx="12"/>
          </p:nvPr>
        </p:nvSpPr>
        <p:spPr>
          <a:ln/>
        </p:spPr>
        <p:txBody>
          <a:bodyPr/>
          <a:lstStyle>
            <a:lvl1pPr>
              <a:defRPr/>
            </a:lvl1pPr>
          </a:lstStyle>
          <a:p>
            <a:pPr>
              <a:defRPr/>
            </a:pPr>
            <a:fld id="{D9ADF3CA-F065-4131-8648-2F091F66255E}" type="slidenum">
              <a:rPr lang="en-US" altLang="he-IL"/>
              <a:pPr>
                <a:defRPr/>
              </a:pPr>
              <a:t>‹#›</a:t>
            </a:fld>
            <a:endParaRPr lang="en-US" altLang="he-I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23454634" y="3415242"/>
            <a:ext cx="6994071" cy="3072235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2469698" y="3415242"/>
            <a:ext cx="20854307" cy="3072235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4"/>
          <p:cNvSpPr>
            <a:spLocks noGrp="1" noChangeArrowheads="1"/>
          </p:cNvSpPr>
          <p:nvPr>
            <p:ph type="dt" sz="half" idx="10"/>
          </p:nvPr>
        </p:nvSpPr>
        <p:spPr>
          <a:ln/>
        </p:spPr>
        <p:txBody>
          <a:bodyPr/>
          <a:lstStyle>
            <a:lvl1pPr>
              <a:defRPr/>
            </a:lvl1pPr>
          </a:lstStyle>
          <a:p>
            <a:pPr>
              <a:defRPr/>
            </a:pPr>
            <a:endParaRPr lang="he-IL" altLang="he-IL"/>
          </a:p>
        </p:txBody>
      </p:sp>
      <p:sp>
        <p:nvSpPr>
          <p:cNvPr id="5" name="Rectangle 5"/>
          <p:cNvSpPr>
            <a:spLocks noGrp="1" noChangeArrowheads="1"/>
          </p:cNvSpPr>
          <p:nvPr>
            <p:ph type="ftr" sz="quarter" idx="11"/>
          </p:nvPr>
        </p:nvSpPr>
        <p:spPr>
          <a:ln/>
        </p:spPr>
        <p:txBody>
          <a:bodyPr/>
          <a:lstStyle>
            <a:lvl1pPr>
              <a:defRPr/>
            </a:lvl1pPr>
          </a:lstStyle>
          <a:p>
            <a:pPr>
              <a:defRPr/>
            </a:pPr>
            <a:endParaRPr lang="he-IL" altLang="he-IL"/>
          </a:p>
        </p:txBody>
      </p:sp>
      <p:sp>
        <p:nvSpPr>
          <p:cNvPr id="6" name="Rectangle 6"/>
          <p:cNvSpPr>
            <a:spLocks noGrp="1" noChangeArrowheads="1"/>
          </p:cNvSpPr>
          <p:nvPr>
            <p:ph type="sldNum" sz="quarter" idx="12"/>
          </p:nvPr>
        </p:nvSpPr>
        <p:spPr>
          <a:ln/>
        </p:spPr>
        <p:txBody>
          <a:bodyPr/>
          <a:lstStyle>
            <a:lvl1pPr>
              <a:defRPr/>
            </a:lvl1pPr>
          </a:lstStyle>
          <a:p>
            <a:pPr>
              <a:defRPr/>
            </a:pPr>
            <a:fld id="{EFC59C40-B544-40E7-9C00-A0644FA90EBC}" type="slidenum">
              <a:rPr lang="en-US" altLang="he-IL"/>
              <a:pPr>
                <a:defRPr/>
              </a:pPr>
              <a:t>‹#›</a:t>
            </a:fld>
            <a:endParaRPr lang="en-US" altLang="he-I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70150" y="3414713"/>
            <a:ext cx="27978100" cy="6400800"/>
          </a:xfrm>
          <a:prstGeom prst="rect">
            <a:avLst/>
          </a:prstGeom>
          <a:noFill/>
          <a:ln w="9525">
            <a:noFill/>
            <a:miter lim="800000"/>
            <a:headEnd/>
            <a:tailEnd/>
          </a:ln>
        </p:spPr>
        <p:txBody>
          <a:bodyPr vert="horz" wrap="square" lIns="-27161" tIns="201168" rIns="-27161" bIns="201168" numCol="1" anchor="ctr" anchorCtr="0" compatLnSpc="1">
            <a:prstTxWarp prst="textNoShape">
              <a:avLst/>
            </a:prstTxWarp>
          </a:bodyPr>
          <a:lstStyle/>
          <a:p>
            <a:pPr lvl="0"/>
            <a:r>
              <a:rPr lang="en-US" altLang="he-IL"/>
              <a:t>Click to edit Master title style</a:t>
            </a:r>
          </a:p>
        </p:txBody>
      </p:sp>
      <p:sp>
        <p:nvSpPr>
          <p:cNvPr id="1027" name="Rectangle 3"/>
          <p:cNvSpPr>
            <a:spLocks noGrp="1" noChangeArrowheads="1"/>
          </p:cNvSpPr>
          <p:nvPr>
            <p:ph type="body" idx="1"/>
          </p:nvPr>
        </p:nvSpPr>
        <p:spPr bwMode="auto">
          <a:xfrm>
            <a:off x="2470150" y="11093450"/>
            <a:ext cx="27978100" cy="23044150"/>
          </a:xfrm>
          <a:prstGeom prst="rect">
            <a:avLst/>
          </a:prstGeom>
          <a:noFill/>
          <a:ln w="9525">
            <a:noFill/>
            <a:miter lim="800000"/>
            <a:headEnd/>
            <a:tailEnd/>
          </a:ln>
        </p:spPr>
        <p:txBody>
          <a:bodyPr vert="horz" wrap="square" lIns="-27161" tIns="201168" rIns="-27161" bIns="201168" numCol="1" anchor="t" anchorCtr="0" compatLnSpc="1">
            <a:prstTxWarp prst="textNoShape">
              <a:avLst/>
            </a:prstTxWarp>
          </a:bodyPr>
          <a:lstStyle/>
          <a:p>
            <a:pPr lvl="0"/>
            <a:r>
              <a:rPr lang="en-US" altLang="he-IL"/>
              <a:t>Click to edit Master text styles</a:t>
            </a:r>
          </a:p>
          <a:p>
            <a:pPr lvl="1"/>
            <a:r>
              <a:rPr lang="en-US" altLang="he-IL"/>
              <a:t>Second level</a:t>
            </a:r>
          </a:p>
          <a:p>
            <a:pPr lvl="2"/>
            <a:r>
              <a:rPr lang="en-US" altLang="he-IL"/>
              <a:t>Third level</a:t>
            </a:r>
          </a:p>
          <a:p>
            <a:pPr lvl="3"/>
            <a:r>
              <a:rPr lang="en-US" altLang="he-IL"/>
              <a:t>Fourth level</a:t>
            </a:r>
          </a:p>
          <a:p>
            <a:pPr lvl="4"/>
            <a:r>
              <a:rPr lang="en-US" altLang="he-IL"/>
              <a:t>Fifth level</a:t>
            </a:r>
          </a:p>
        </p:txBody>
      </p:sp>
      <p:sp>
        <p:nvSpPr>
          <p:cNvPr id="1028" name="Rectangle 4"/>
          <p:cNvSpPr>
            <a:spLocks noGrp="1" noChangeArrowheads="1"/>
          </p:cNvSpPr>
          <p:nvPr>
            <p:ph type="dt" sz="half" idx="2"/>
          </p:nvPr>
        </p:nvSpPr>
        <p:spPr bwMode="auto">
          <a:xfrm>
            <a:off x="2470150" y="34990088"/>
            <a:ext cx="6858000" cy="2562225"/>
          </a:xfrm>
          <a:prstGeom prst="rect">
            <a:avLst/>
          </a:prstGeom>
          <a:noFill/>
          <a:ln w="9525">
            <a:noFill/>
            <a:miter lim="800000"/>
            <a:headEnd/>
            <a:tailEnd/>
          </a:ln>
          <a:effectLst/>
        </p:spPr>
        <p:txBody>
          <a:bodyPr vert="horz" wrap="square" lIns="-27161" tIns="201168" rIns="-27161" bIns="201168" numCol="1" anchor="t" anchorCtr="0" compatLnSpc="1">
            <a:prstTxWarp prst="textNoShape">
              <a:avLst/>
            </a:prstTxWarp>
          </a:bodyPr>
          <a:lstStyle>
            <a:lvl1pPr>
              <a:defRPr sz="6200"/>
            </a:lvl1pPr>
          </a:lstStyle>
          <a:p>
            <a:pPr>
              <a:defRPr/>
            </a:pPr>
            <a:endParaRPr lang="he-IL" altLang="he-IL"/>
          </a:p>
        </p:txBody>
      </p:sp>
      <p:sp>
        <p:nvSpPr>
          <p:cNvPr id="1029" name="Rectangle 5"/>
          <p:cNvSpPr>
            <a:spLocks noGrp="1" noChangeArrowheads="1"/>
          </p:cNvSpPr>
          <p:nvPr>
            <p:ph type="ftr" sz="quarter" idx="3"/>
          </p:nvPr>
        </p:nvSpPr>
        <p:spPr bwMode="auto">
          <a:xfrm>
            <a:off x="11245850" y="34990088"/>
            <a:ext cx="10426700" cy="2562225"/>
          </a:xfrm>
          <a:prstGeom prst="rect">
            <a:avLst/>
          </a:prstGeom>
          <a:noFill/>
          <a:ln w="9525">
            <a:noFill/>
            <a:miter lim="800000"/>
            <a:headEnd/>
            <a:tailEnd/>
          </a:ln>
          <a:effectLst/>
        </p:spPr>
        <p:txBody>
          <a:bodyPr vert="horz" wrap="square" lIns="-27161" tIns="201168" rIns="-27161" bIns="201168" numCol="1" anchor="t" anchorCtr="0" compatLnSpc="1">
            <a:prstTxWarp prst="textNoShape">
              <a:avLst/>
            </a:prstTxWarp>
          </a:bodyPr>
          <a:lstStyle>
            <a:lvl1pPr algn="ctr">
              <a:defRPr sz="6200"/>
            </a:lvl1pPr>
          </a:lstStyle>
          <a:p>
            <a:pPr>
              <a:defRPr/>
            </a:pPr>
            <a:endParaRPr lang="he-IL" altLang="he-IL"/>
          </a:p>
        </p:txBody>
      </p:sp>
      <p:sp>
        <p:nvSpPr>
          <p:cNvPr id="1030" name="Rectangle 6"/>
          <p:cNvSpPr>
            <a:spLocks noGrp="1" noChangeArrowheads="1"/>
          </p:cNvSpPr>
          <p:nvPr>
            <p:ph type="sldNum" sz="quarter" idx="4"/>
          </p:nvPr>
        </p:nvSpPr>
        <p:spPr bwMode="auto">
          <a:xfrm>
            <a:off x="23590250" y="34990088"/>
            <a:ext cx="6858000" cy="2562225"/>
          </a:xfrm>
          <a:prstGeom prst="rect">
            <a:avLst/>
          </a:prstGeom>
          <a:noFill/>
          <a:ln w="9525">
            <a:noFill/>
            <a:miter lim="800000"/>
            <a:headEnd/>
            <a:tailEnd/>
          </a:ln>
          <a:effectLst/>
        </p:spPr>
        <p:txBody>
          <a:bodyPr vert="horz" wrap="square" lIns="-27161" tIns="201168" rIns="-27161" bIns="201168" numCol="1" anchor="t" anchorCtr="0" compatLnSpc="1">
            <a:prstTxWarp prst="textNoShape">
              <a:avLst/>
            </a:prstTxWarp>
          </a:bodyPr>
          <a:lstStyle>
            <a:lvl1pPr algn="r">
              <a:defRPr sz="6200"/>
            </a:lvl1pPr>
          </a:lstStyle>
          <a:p>
            <a:pPr>
              <a:defRPr/>
            </a:pPr>
            <a:fld id="{1AC36097-1627-4E85-B988-BAC5F29A176A}" type="slidenum">
              <a:rPr lang="en-US" altLang="he-IL"/>
              <a:pPr>
                <a:defRPr/>
              </a:pPr>
              <a:t>‹#›</a:t>
            </a:fld>
            <a:endParaRPr lang="en-US" altLang="he-I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022725" rtl="0" eaLnBrk="0" fontAlgn="base" hangingPunct="0">
        <a:spcBef>
          <a:spcPct val="0"/>
        </a:spcBef>
        <a:spcAft>
          <a:spcPct val="0"/>
        </a:spcAft>
        <a:defRPr sz="19400">
          <a:solidFill>
            <a:schemeClr val="tx2"/>
          </a:solidFill>
          <a:latin typeface="+mj-lt"/>
          <a:ea typeface="+mj-ea"/>
          <a:cs typeface="+mj-cs"/>
        </a:defRPr>
      </a:lvl1pPr>
      <a:lvl2pPr algn="ctr" defTabSz="4022725" rtl="0" eaLnBrk="0" fontAlgn="base" hangingPunct="0">
        <a:spcBef>
          <a:spcPct val="0"/>
        </a:spcBef>
        <a:spcAft>
          <a:spcPct val="0"/>
        </a:spcAft>
        <a:defRPr sz="19400">
          <a:solidFill>
            <a:schemeClr val="tx2"/>
          </a:solidFill>
          <a:latin typeface="Times" pitchFamily="18" charset="0"/>
        </a:defRPr>
      </a:lvl2pPr>
      <a:lvl3pPr algn="ctr" defTabSz="4022725" rtl="0" eaLnBrk="0" fontAlgn="base" hangingPunct="0">
        <a:spcBef>
          <a:spcPct val="0"/>
        </a:spcBef>
        <a:spcAft>
          <a:spcPct val="0"/>
        </a:spcAft>
        <a:defRPr sz="19400">
          <a:solidFill>
            <a:schemeClr val="tx2"/>
          </a:solidFill>
          <a:latin typeface="Times" pitchFamily="18" charset="0"/>
        </a:defRPr>
      </a:lvl3pPr>
      <a:lvl4pPr algn="ctr" defTabSz="4022725" rtl="0" eaLnBrk="0" fontAlgn="base" hangingPunct="0">
        <a:spcBef>
          <a:spcPct val="0"/>
        </a:spcBef>
        <a:spcAft>
          <a:spcPct val="0"/>
        </a:spcAft>
        <a:defRPr sz="19400">
          <a:solidFill>
            <a:schemeClr val="tx2"/>
          </a:solidFill>
          <a:latin typeface="Times" pitchFamily="18" charset="0"/>
        </a:defRPr>
      </a:lvl4pPr>
      <a:lvl5pPr algn="ctr" defTabSz="4022725" rtl="0" eaLnBrk="0" fontAlgn="base" hangingPunct="0">
        <a:spcBef>
          <a:spcPct val="0"/>
        </a:spcBef>
        <a:spcAft>
          <a:spcPct val="0"/>
        </a:spcAft>
        <a:defRPr sz="19400">
          <a:solidFill>
            <a:schemeClr val="tx2"/>
          </a:solidFill>
          <a:latin typeface="Times" pitchFamily="18" charset="0"/>
        </a:defRPr>
      </a:lvl5pPr>
      <a:lvl6pPr marL="457200" algn="ctr" defTabSz="4022725" rtl="0" eaLnBrk="0" fontAlgn="base" hangingPunct="0">
        <a:spcBef>
          <a:spcPct val="0"/>
        </a:spcBef>
        <a:spcAft>
          <a:spcPct val="0"/>
        </a:spcAft>
        <a:defRPr sz="19400">
          <a:solidFill>
            <a:schemeClr val="tx2"/>
          </a:solidFill>
          <a:latin typeface="Times" pitchFamily="18" charset="0"/>
        </a:defRPr>
      </a:lvl6pPr>
      <a:lvl7pPr marL="914400" algn="ctr" defTabSz="4022725" rtl="0" eaLnBrk="0" fontAlgn="base" hangingPunct="0">
        <a:spcBef>
          <a:spcPct val="0"/>
        </a:spcBef>
        <a:spcAft>
          <a:spcPct val="0"/>
        </a:spcAft>
        <a:defRPr sz="19400">
          <a:solidFill>
            <a:schemeClr val="tx2"/>
          </a:solidFill>
          <a:latin typeface="Times" pitchFamily="18" charset="0"/>
        </a:defRPr>
      </a:lvl7pPr>
      <a:lvl8pPr marL="1371600" algn="ctr" defTabSz="4022725" rtl="0" eaLnBrk="0" fontAlgn="base" hangingPunct="0">
        <a:spcBef>
          <a:spcPct val="0"/>
        </a:spcBef>
        <a:spcAft>
          <a:spcPct val="0"/>
        </a:spcAft>
        <a:defRPr sz="19400">
          <a:solidFill>
            <a:schemeClr val="tx2"/>
          </a:solidFill>
          <a:latin typeface="Times" pitchFamily="18" charset="0"/>
        </a:defRPr>
      </a:lvl8pPr>
      <a:lvl9pPr marL="1828800" algn="ctr" defTabSz="4022725" rtl="0" eaLnBrk="0" fontAlgn="base" hangingPunct="0">
        <a:spcBef>
          <a:spcPct val="0"/>
        </a:spcBef>
        <a:spcAft>
          <a:spcPct val="0"/>
        </a:spcAft>
        <a:defRPr sz="19400">
          <a:solidFill>
            <a:schemeClr val="tx2"/>
          </a:solidFill>
          <a:latin typeface="Times" pitchFamily="18" charset="0"/>
        </a:defRPr>
      </a:lvl9pPr>
    </p:titleStyle>
    <p:bodyStyle>
      <a:lvl1pPr marL="1508125" indent="-1508125" algn="l" defTabSz="4022725" rtl="0" eaLnBrk="0" fontAlgn="base" hangingPunct="0">
        <a:spcBef>
          <a:spcPct val="20000"/>
        </a:spcBef>
        <a:spcAft>
          <a:spcPct val="0"/>
        </a:spcAft>
        <a:buChar char="•"/>
        <a:defRPr sz="14100">
          <a:solidFill>
            <a:schemeClr val="tx1"/>
          </a:solidFill>
          <a:latin typeface="+mn-lt"/>
          <a:ea typeface="+mn-ea"/>
          <a:cs typeface="+mn-cs"/>
        </a:defRPr>
      </a:lvl1pPr>
      <a:lvl2pPr marL="3268663" indent="-1257300" algn="l" defTabSz="4022725" rtl="0" eaLnBrk="0" fontAlgn="base" hangingPunct="0">
        <a:spcBef>
          <a:spcPct val="20000"/>
        </a:spcBef>
        <a:spcAft>
          <a:spcPct val="0"/>
        </a:spcAft>
        <a:buChar char="–"/>
        <a:defRPr sz="12300">
          <a:solidFill>
            <a:schemeClr val="tx1"/>
          </a:solidFill>
          <a:latin typeface="+mn-lt"/>
        </a:defRPr>
      </a:lvl2pPr>
      <a:lvl3pPr marL="5029200" indent="-1006475" algn="l" defTabSz="4022725" rtl="0" eaLnBrk="0" fontAlgn="base" hangingPunct="0">
        <a:spcBef>
          <a:spcPct val="20000"/>
        </a:spcBef>
        <a:spcAft>
          <a:spcPct val="0"/>
        </a:spcAft>
        <a:buChar char="•"/>
        <a:defRPr sz="10600">
          <a:solidFill>
            <a:schemeClr val="tx1"/>
          </a:solidFill>
          <a:latin typeface="+mn-lt"/>
        </a:defRPr>
      </a:lvl3pPr>
      <a:lvl4pPr marL="7040563" indent="-1004888" algn="l" defTabSz="4022725" rtl="0" eaLnBrk="0" fontAlgn="base" hangingPunct="0">
        <a:spcBef>
          <a:spcPct val="20000"/>
        </a:spcBef>
        <a:spcAft>
          <a:spcPct val="0"/>
        </a:spcAft>
        <a:buChar char="–"/>
        <a:defRPr sz="8800">
          <a:solidFill>
            <a:schemeClr val="tx1"/>
          </a:solidFill>
          <a:latin typeface="+mn-lt"/>
        </a:defRPr>
      </a:lvl4pPr>
      <a:lvl5pPr marL="9051925" indent="-1004888" algn="l" defTabSz="4022725" rtl="0" eaLnBrk="0" fontAlgn="base" hangingPunct="0">
        <a:spcBef>
          <a:spcPct val="20000"/>
        </a:spcBef>
        <a:spcAft>
          <a:spcPct val="0"/>
        </a:spcAft>
        <a:buChar char="»"/>
        <a:defRPr sz="8800">
          <a:solidFill>
            <a:schemeClr val="tx1"/>
          </a:solidFill>
          <a:latin typeface="+mn-lt"/>
        </a:defRPr>
      </a:lvl5pPr>
      <a:lvl6pPr marL="9509125" indent="-1004888" algn="l" defTabSz="4022725" rtl="0" eaLnBrk="0" fontAlgn="base" hangingPunct="0">
        <a:spcBef>
          <a:spcPct val="20000"/>
        </a:spcBef>
        <a:spcAft>
          <a:spcPct val="0"/>
        </a:spcAft>
        <a:buChar char="»"/>
        <a:defRPr sz="8800">
          <a:solidFill>
            <a:schemeClr val="tx1"/>
          </a:solidFill>
          <a:latin typeface="+mn-lt"/>
        </a:defRPr>
      </a:lvl6pPr>
      <a:lvl7pPr marL="9966325" indent="-1004888" algn="l" defTabSz="4022725" rtl="0" eaLnBrk="0" fontAlgn="base" hangingPunct="0">
        <a:spcBef>
          <a:spcPct val="20000"/>
        </a:spcBef>
        <a:spcAft>
          <a:spcPct val="0"/>
        </a:spcAft>
        <a:buChar char="»"/>
        <a:defRPr sz="8800">
          <a:solidFill>
            <a:schemeClr val="tx1"/>
          </a:solidFill>
          <a:latin typeface="+mn-lt"/>
        </a:defRPr>
      </a:lvl7pPr>
      <a:lvl8pPr marL="10423525" indent="-1004888" algn="l" defTabSz="4022725" rtl="0" eaLnBrk="0" fontAlgn="base" hangingPunct="0">
        <a:spcBef>
          <a:spcPct val="20000"/>
        </a:spcBef>
        <a:spcAft>
          <a:spcPct val="0"/>
        </a:spcAft>
        <a:buChar char="»"/>
        <a:defRPr sz="8800">
          <a:solidFill>
            <a:schemeClr val="tx1"/>
          </a:solidFill>
          <a:latin typeface="+mn-lt"/>
        </a:defRPr>
      </a:lvl8pPr>
      <a:lvl9pPr marL="10880725" indent="-1004888" algn="l" defTabSz="4022725" rtl="0" eaLnBrk="0" fontAlgn="base" hangingPunct="0">
        <a:spcBef>
          <a:spcPct val="20000"/>
        </a:spcBef>
        <a:spcAft>
          <a:spcPct val="0"/>
        </a:spcAft>
        <a:buChar char="»"/>
        <a:defRPr sz="8800">
          <a:solidFill>
            <a:schemeClr val="tx1"/>
          </a:solidFill>
          <a:latin typeface="+mn-lt"/>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11" Type="http://schemas.openxmlformats.org/officeDocument/2006/relationships/image" Target="../media/image9.jpe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0"/>
          <p:cNvSpPr>
            <a:spLocks noChangeArrowheads="1"/>
          </p:cNvSpPr>
          <p:nvPr/>
        </p:nvSpPr>
        <p:spPr bwMode="auto">
          <a:xfrm>
            <a:off x="0" y="2438400"/>
            <a:ext cx="32918400" cy="2438400"/>
          </a:xfrm>
          <a:prstGeom prst="rect">
            <a:avLst/>
          </a:prstGeom>
          <a:noFill/>
          <a:ln w="9525">
            <a:noFill/>
            <a:miter lim="800000"/>
            <a:headEnd/>
            <a:tailEnd/>
          </a:ln>
        </p:spPr>
        <p:txBody>
          <a:bodyPr lIns="-30526" tIns="199486" rIns="-30526" bIns="199486" anchor="ctr"/>
          <a:lstStyle/>
          <a:p>
            <a:pPr algn="ctr" defTabSz="3322638" rtl="1"/>
            <a:r>
              <a:rPr lang="he-IL" altLang="he-IL" sz="6000" b="1" dirty="0">
                <a:latin typeface="Arial" pitchFamily="34" charset="0"/>
                <a:cs typeface="Arial" pitchFamily="34" charset="0"/>
              </a:rPr>
              <a:t> מדעי המחשב </a:t>
            </a:r>
            <a:r>
              <a:rPr lang="he-IL" altLang="en-US" sz="6000" b="1" dirty="0">
                <a:latin typeface="Arial" pitchFamily="34" charset="0"/>
                <a:cs typeface="Arial" pitchFamily="34" charset="0"/>
              </a:rPr>
              <a:t>תשע''ח סמסטר</a:t>
            </a:r>
            <a:r>
              <a:rPr lang="he-IL" altLang="he-IL" sz="6000" b="1" dirty="0">
                <a:latin typeface="Arial" pitchFamily="34" charset="0"/>
                <a:cs typeface="Arial" pitchFamily="34" charset="0"/>
              </a:rPr>
              <a:t> ג': חליל עיסא</a:t>
            </a:r>
          </a:p>
          <a:p>
            <a:pPr algn="ctr" defTabSz="3322638" rtl="1"/>
            <a:r>
              <a:rPr lang="he-IL" altLang="he-IL" sz="6000" b="1" dirty="0">
                <a:latin typeface="Arial" pitchFamily="34" charset="0"/>
                <a:cs typeface="Arial" pitchFamily="34" charset="0"/>
              </a:rPr>
              <a:t>מרצה: ד"ר אליהו מצליח</a:t>
            </a:r>
          </a:p>
        </p:txBody>
      </p:sp>
      <p:sp>
        <p:nvSpPr>
          <p:cNvPr id="2051" name="Line 112"/>
          <p:cNvSpPr>
            <a:spLocks noChangeShapeType="1"/>
          </p:cNvSpPr>
          <p:nvPr/>
        </p:nvSpPr>
        <p:spPr bwMode="auto">
          <a:xfrm>
            <a:off x="0" y="4648200"/>
            <a:ext cx="32918400" cy="0"/>
          </a:xfrm>
          <a:prstGeom prst="line">
            <a:avLst/>
          </a:prstGeom>
          <a:noFill/>
          <a:ln w="152400">
            <a:solidFill>
              <a:schemeClr val="tx1"/>
            </a:solidFill>
            <a:round/>
            <a:headEnd/>
            <a:tailEnd/>
          </a:ln>
        </p:spPr>
        <p:txBody>
          <a:bodyPr wrap="none" anchor="ctr"/>
          <a:lstStyle/>
          <a:p>
            <a:endParaRPr lang="he-IL"/>
          </a:p>
        </p:txBody>
      </p:sp>
      <p:sp>
        <p:nvSpPr>
          <p:cNvPr id="2054" name="Text Box 96"/>
          <p:cNvSpPr txBox="1">
            <a:spLocks noChangeArrowheads="1"/>
          </p:cNvSpPr>
          <p:nvPr/>
        </p:nvSpPr>
        <p:spPr bwMode="auto">
          <a:xfrm>
            <a:off x="16764000" y="6096000"/>
            <a:ext cx="15773400" cy="2308225"/>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spAutoFit/>
          </a:bodyPr>
          <a:lstStyle>
            <a:lvl1pPr marL="457200" indent="-45720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marL="0" indent="0" algn="r" rtl="1">
              <a:spcBef>
                <a:spcPts val="0"/>
              </a:spcBef>
              <a:buClr>
                <a:schemeClr val="dk1"/>
              </a:buClr>
              <a:buSzPct val="25000"/>
              <a:defRPr/>
            </a:pPr>
            <a:r>
              <a:rPr lang="he-IL" sz="3600" b="1" dirty="0">
                <a:solidFill>
                  <a:schemeClr val="dk1"/>
                </a:solidFill>
                <a:latin typeface="Arial" pitchFamily="34" charset="0"/>
                <a:cs typeface="Arial" pitchFamily="34" charset="0"/>
              </a:rPr>
              <a:t>הסביבה: </a:t>
            </a:r>
            <a:r>
              <a:rPr lang="en-US" sz="3600" dirty="0">
                <a:solidFill>
                  <a:schemeClr val="dk1"/>
                </a:solidFill>
                <a:latin typeface="Arial" pitchFamily="34" charset="0"/>
                <a:cs typeface="Arial" pitchFamily="34" charset="0"/>
              </a:rPr>
              <a:t>LEGO Mindstorms EV3</a:t>
            </a:r>
            <a:r>
              <a:rPr lang="he-IL" sz="3600" dirty="0">
                <a:solidFill>
                  <a:schemeClr val="dk1"/>
                </a:solidFill>
                <a:latin typeface="Arial" pitchFamily="34" charset="0"/>
                <a:cs typeface="Arial" pitchFamily="34" charset="0"/>
              </a:rPr>
              <a:t>. </a:t>
            </a:r>
          </a:p>
          <a:p>
            <a:pPr marL="0" indent="0" algn="r" rtl="1">
              <a:spcBef>
                <a:spcPts val="0"/>
              </a:spcBef>
              <a:buClr>
                <a:schemeClr val="dk1"/>
              </a:buClr>
              <a:buSzPct val="25000"/>
              <a:defRPr/>
            </a:pPr>
            <a:r>
              <a:rPr lang="he-IL" sz="3600" b="1" dirty="0">
                <a:solidFill>
                  <a:schemeClr val="dk1"/>
                </a:solidFill>
                <a:latin typeface="Arial" pitchFamily="34" charset="0"/>
                <a:cs typeface="Arial" pitchFamily="34" charset="0"/>
              </a:rPr>
              <a:t>השפה: </a:t>
            </a:r>
            <a:r>
              <a:rPr lang="he-IL" sz="3600" dirty="0">
                <a:solidFill>
                  <a:schemeClr val="dk1"/>
                </a:solidFill>
                <a:latin typeface="Arial" pitchFamily="34" charset="0"/>
                <a:cs typeface="Arial" pitchFamily="34" charset="0"/>
              </a:rPr>
              <a:t>שפת </a:t>
            </a:r>
            <a:r>
              <a:rPr lang="en-US" sz="3600" dirty="0">
                <a:solidFill>
                  <a:schemeClr val="dk1"/>
                </a:solidFill>
                <a:latin typeface="Arial" pitchFamily="34" charset="0"/>
                <a:cs typeface="Arial" pitchFamily="34" charset="0"/>
              </a:rPr>
              <a:t>C</a:t>
            </a:r>
            <a:r>
              <a:rPr lang="he-IL" sz="3600" dirty="0">
                <a:solidFill>
                  <a:schemeClr val="dk1"/>
                </a:solidFill>
                <a:latin typeface="Arial" pitchFamily="34" charset="0"/>
                <a:cs typeface="Arial" pitchFamily="34" charset="0"/>
              </a:rPr>
              <a:t>.</a:t>
            </a:r>
          </a:p>
          <a:p>
            <a:pPr marL="0" indent="0" algn="r" rtl="1">
              <a:spcBef>
                <a:spcPts val="0"/>
              </a:spcBef>
              <a:buClr>
                <a:schemeClr val="dk1"/>
              </a:buClr>
              <a:buSzPct val="25000"/>
              <a:defRPr/>
            </a:pPr>
            <a:r>
              <a:rPr lang="he-IL" sz="3600" b="1" dirty="0">
                <a:solidFill>
                  <a:schemeClr val="dk1"/>
                </a:solidFill>
                <a:latin typeface="Arial" pitchFamily="34" charset="0"/>
                <a:cs typeface="Arial" pitchFamily="34" charset="0"/>
              </a:rPr>
              <a:t>החיישנים: </a:t>
            </a:r>
            <a:r>
              <a:rPr lang="en-US" sz="3600" dirty="0">
                <a:solidFill>
                  <a:schemeClr val="dk1"/>
                </a:solidFill>
                <a:latin typeface="Arial" pitchFamily="34" charset="0"/>
                <a:cs typeface="Arial" pitchFamily="34" charset="0"/>
              </a:rPr>
              <a:t>Ultra Sonic ,Gyro</a:t>
            </a:r>
            <a:r>
              <a:rPr lang="he-IL" sz="3600" dirty="0">
                <a:solidFill>
                  <a:schemeClr val="dk1"/>
                </a:solidFill>
                <a:latin typeface="Arial" pitchFamily="34" charset="0"/>
                <a:cs typeface="Arial" pitchFamily="34" charset="0"/>
              </a:rPr>
              <a:t>.</a:t>
            </a:r>
          </a:p>
          <a:p>
            <a:pPr marL="0" indent="0" algn="r" rtl="1">
              <a:spcBef>
                <a:spcPts val="0"/>
              </a:spcBef>
              <a:buClr>
                <a:schemeClr val="dk1"/>
              </a:buClr>
              <a:buSzPct val="25000"/>
              <a:defRPr/>
            </a:pPr>
            <a:r>
              <a:rPr lang="he-IL" sz="3600" b="1" dirty="0">
                <a:solidFill>
                  <a:schemeClr val="dk1"/>
                </a:solidFill>
                <a:latin typeface="Arial" pitchFamily="34" charset="0"/>
                <a:cs typeface="Arial" pitchFamily="34" charset="0"/>
              </a:rPr>
              <a:t>המטרה:</a:t>
            </a:r>
            <a:r>
              <a:rPr lang="he-IL" sz="3600" dirty="0">
                <a:solidFill>
                  <a:schemeClr val="dk1"/>
                </a:solidFill>
                <a:latin typeface="Arial" pitchFamily="34" charset="0"/>
                <a:cs typeface="Arial" pitchFamily="34" charset="0"/>
              </a:rPr>
              <a:t>.בניית אופנוע אוטונומי שנוהג ומייצב את עצמו לבד.</a:t>
            </a:r>
          </a:p>
        </p:txBody>
      </p:sp>
      <p:sp>
        <p:nvSpPr>
          <p:cNvPr id="2053" name="Rectangle 107"/>
          <p:cNvSpPr>
            <a:spLocks noChangeArrowheads="1"/>
          </p:cNvSpPr>
          <p:nvPr/>
        </p:nvSpPr>
        <p:spPr bwMode="auto">
          <a:xfrm>
            <a:off x="0" y="0"/>
            <a:ext cx="32918400" cy="2667000"/>
          </a:xfrm>
          <a:prstGeom prst="rect">
            <a:avLst/>
          </a:prstGeom>
          <a:solidFill>
            <a:srgbClr val="C00000"/>
          </a:solidFill>
          <a:ln w="9525">
            <a:noFill/>
            <a:miter lim="800000"/>
            <a:headEnd/>
            <a:tailEnd/>
          </a:ln>
        </p:spPr>
        <p:txBody>
          <a:bodyPr anchor="ctr"/>
          <a:lstStyle/>
          <a:p>
            <a:pPr algn="ctr" defTabSz="4022725" rtl="1"/>
            <a:r>
              <a:rPr lang="he-IL" altLang="en-US" sz="7200" b="1" dirty="0">
                <a:solidFill>
                  <a:schemeClr val="bg1"/>
                </a:solidFill>
                <a:latin typeface="Arial" pitchFamily="34" charset="0"/>
                <a:cs typeface="Arial" pitchFamily="34" charset="0"/>
              </a:rPr>
              <a:t>אופנוע אוטונומי – </a:t>
            </a:r>
            <a:r>
              <a:rPr lang="en-US" altLang="en-US" sz="7200" b="1" dirty="0">
                <a:solidFill>
                  <a:schemeClr val="bg1"/>
                </a:solidFill>
                <a:latin typeface="Arial" pitchFamily="34" charset="0"/>
                <a:cs typeface="Arial" pitchFamily="34" charset="0"/>
              </a:rPr>
              <a:t>Autonomous Motorcycle</a:t>
            </a:r>
            <a:endParaRPr lang="he-IL" altLang="en-US" sz="7200" b="1" dirty="0">
              <a:solidFill>
                <a:schemeClr val="bg1"/>
              </a:solidFill>
              <a:latin typeface="Arial" pitchFamily="34" charset="0"/>
              <a:cs typeface="Arial" pitchFamily="34" charset="0"/>
            </a:endParaRPr>
          </a:p>
          <a:p>
            <a:pPr algn="ctr" defTabSz="4022725" rtl="1"/>
            <a:r>
              <a:rPr lang="he-IL" altLang="he-IL" sz="7200" b="1" dirty="0">
                <a:solidFill>
                  <a:schemeClr val="bg1"/>
                </a:solidFill>
                <a:latin typeface="Arial" pitchFamily="34" charset="0"/>
                <a:cs typeface="Arial" pitchFamily="34" charset="0"/>
              </a:rPr>
              <a:t>רובוטיקה למדעי המחשב 2018</a:t>
            </a:r>
            <a:endParaRPr lang="en-US" altLang="he-IL" sz="7200" b="1" dirty="0">
              <a:solidFill>
                <a:schemeClr val="bg1"/>
              </a:solidFill>
              <a:latin typeface="Arial" pitchFamily="34" charset="0"/>
              <a:cs typeface="Arial" pitchFamily="34" charset="0"/>
            </a:endParaRPr>
          </a:p>
        </p:txBody>
      </p:sp>
      <p:sp>
        <p:nvSpPr>
          <p:cNvPr id="2055" name="TextBox 3"/>
          <p:cNvSpPr txBox="1">
            <a:spLocks noChangeArrowheads="1"/>
          </p:cNvSpPr>
          <p:nvPr/>
        </p:nvSpPr>
        <p:spPr bwMode="auto">
          <a:xfrm>
            <a:off x="6477000" y="36236275"/>
            <a:ext cx="184150" cy="461963"/>
          </a:xfrm>
          <a:prstGeom prst="rect">
            <a:avLst/>
          </a:prstGeom>
          <a:noFill/>
          <a:ln w="9525">
            <a:noFill/>
            <a:miter lim="800000"/>
            <a:headEnd/>
            <a:tailEnd/>
          </a:ln>
        </p:spPr>
        <p:txBody>
          <a:bodyPr wrap="none">
            <a:spAutoFit/>
          </a:bodyPr>
          <a:lstStyle/>
          <a:p>
            <a:endParaRPr lang="en-US" altLang="en-US"/>
          </a:p>
        </p:txBody>
      </p:sp>
      <p:pic>
        <p:nvPicPr>
          <p:cNvPr id="2056" name="Picture 32" descr="C:\Users\PrinceDM\Desktop\hitwhitelogo.png"/>
          <p:cNvPicPr>
            <a:picLocks noChangeAspect="1" noChangeArrowheads="1"/>
          </p:cNvPicPr>
          <p:nvPr/>
        </p:nvPicPr>
        <p:blipFill>
          <a:blip r:embed="rId3" cstate="print"/>
          <a:srcRect/>
          <a:stretch>
            <a:fillRect/>
          </a:stretch>
        </p:blipFill>
        <p:spPr bwMode="auto">
          <a:xfrm>
            <a:off x="29184600" y="277813"/>
            <a:ext cx="3200400" cy="2111375"/>
          </a:xfrm>
          <a:prstGeom prst="rect">
            <a:avLst/>
          </a:prstGeom>
          <a:noFill/>
          <a:ln w="9525">
            <a:noFill/>
            <a:miter lim="800000"/>
            <a:headEnd/>
            <a:tailEnd/>
          </a:ln>
        </p:spPr>
      </p:pic>
      <p:sp>
        <p:nvSpPr>
          <p:cNvPr id="46" name="Text Box 96"/>
          <p:cNvSpPr txBox="1">
            <a:spLocks noChangeArrowheads="1"/>
          </p:cNvSpPr>
          <p:nvPr/>
        </p:nvSpPr>
        <p:spPr bwMode="auto">
          <a:xfrm>
            <a:off x="16611204" y="15593553"/>
            <a:ext cx="15773400" cy="12834283"/>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spAutoFit/>
          </a:bodyPr>
          <a:lstStyle>
            <a:lvl1pPr marL="457200" indent="-45720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r" rtl="1">
              <a:defRPr/>
            </a:pPr>
            <a:r>
              <a:rPr lang="he-IL" sz="3600" b="1" dirty="0">
                <a:latin typeface="Arial" pitchFamily="34" charset="0"/>
                <a:cs typeface="Arial" pitchFamily="34" charset="0"/>
              </a:rPr>
              <a:t> </a:t>
            </a:r>
            <a:r>
              <a:rPr lang="he-IL" sz="3600" b="1" u="sng" dirty="0">
                <a:latin typeface="Arial" pitchFamily="34" charset="0"/>
                <a:cs typeface="Arial" pitchFamily="34" charset="0"/>
              </a:rPr>
              <a:t>שלב 1: (בניית האופנוע)</a:t>
            </a:r>
            <a:endParaRPr lang="en-US" sz="3600" dirty="0">
              <a:latin typeface="Arial" pitchFamily="34" charset="0"/>
              <a:cs typeface="Arial" pitchFamily="34" charset="0"/>
            </a:endParaRPr>
          </a:p>
          <a:p>
            <a:pPr algn="r" rtl="1">
              <a:defRPr/>
            </a:pPr>
            <a:r>
              <a:rPr lang="he-IL" sz="3600" dirty="0">
                <a:latin typeface="Arial" pitchFamily="34" charset="0"/>
                <a:cs typeface="Arial" pitchFamily="34" charset="0"/>
              </a:rPr>
              <a:t>בנינו את האופנוע בארבעה צעדים :</a:t>
            </a:r>
          </a:p>
          <a:p>
            <a:pPr marL="742950" indent="-742950" algn="r" rtl="1">
              <a:buAutoNum type="arabicPeriod"/>
              <a:defRPr/>
            </a:pPr>
            <a:r>
              <a:rPr lang="he-IL" sz="3600" dirty="0">
                <a:latin typeface="Arial" pitchFamily="34" charset="0"/>
                <a:cs typeface="Arial" pitchFamily="34" charset="0"/>
              </a:rPr>
              <a:t>בניית החלק הקדמי של האופנוע הכולל את ההגה הגורם לאופנוע להסתובב ימינה ושמאלה, באמצעות </a:t>
            </a:r>
            <a:r>
              <a:rPr lang="he-IL" sz="3600" b="1" dirty="0">
                <a:solidFill>
                  <a:srgbClr val="FF0000"/>
                </a:solidFill>
                <a:latin typeface="Arial" pitchFamily="34" charset="0"/>
                <a:cs typeface="Arial" pitchFamily="34" charset="0"/>
              </a:rPr>
              <a:t>מנוע גדול </a:t>
            </a:r>
            <a:r>
              <a:rPr lang="he-IL" sz="3600" dirty="0">
                <a:latin typeface="Arial" pitchFamily="34" charset="0"/>
                <a:cs typeface="Arial" pitchFamily="34" charset="0"/>
              </a:rPr>
              <a:t>השולט בגלגל הקדמי, וכן חיישן </a:t>
            </a:r>
            <a:r>
              <a:rPr lang="he-IL" sz="3600" b="1" dirty="0">
                <a:solidFill>
                  <a:srgbClr val="00B0F0"/>
                </a:solidFill>
                <a:latin typeface="Arial" pitchFamily="34" charset="0"/>
                <a:cs typeface="Arial" pitchFamily="34" charset="0"/>
              </a:rPr>
              <a:t>אולטרה סאונד </a:t>
            </a:r>
          </a:p>
          <a:p>
            <a:pPr marL="742950" indent="-742950" algn="r" rtl="1">
              <a:buAutoNum type="arabicPeriod"/>
              <a:defRPr/>
            </a:pPr>
            <a:r>
              <a:rPr lang="he-IL" sz="3600" dirty="0">
                <a:latin typeface="Arial" pitchFamily="34" charset="0"/>
                <a:cs typeface="Arial" pitchFamily="34" charset="0"/>
              </a:rPr>
              <a:t>בניית החלק האחורי של האופנוע הכולל ציר המניע את הגלגל האחורי וגורם לאופנוע לנסוע ישר באמצעות </a:t>
            </a:r>
            <a:r>
              <a:rPr lang="he-IL" sz="3600" b="1" dirty="0">
                <a:solidFill>
                  <a:srgbClr val="FF0000"/>
                </a:solidFill>
                <a:latin typeface="Arial" pitchFamily="34" charset="0"/>
                <a:cs typeface="Arial" pitchFamily="34" charset="0"/>
              </a:rPr>
              <a:t>שני מנועים גדולים </a:t>
            </a:r>
          </a:p>
          <a:p>
            <a:pPr marL="742950" indent="-742950" algn="r" rtl="1">
              <a:buFontTx/>
              <a:buAutoNum type="arabicPeriod"/>
              <a:defRPr/>
            </a:pPr>
            <a:r>
              <a:rPr lang="he-IL" sz="3600" dirty="0">
                <a:latin typeface="Arial" pitchFamily="34" charset="0"/>
                <a:cs typeface="Arial" pitchFamily="34" charset="0"/>
              </a:rPr>
              <a:t>בניית החלק שמחזיק את </a:t>
            </a:r>
            <a:r>
              <a:rPr lang="he-IL" sz="3600" b="1" dirty="0">
                <a:solidFill>
                  <a:srgbClr val="00B0F0"/>
                </a:solidFill>
                <a:latin typeface="Arial" pitchFamily="34" charset="0"/>
                <a:cs typeface="Arial" pitchFamily="34" charset="0"/>
              </a:rPr>
              <a:t>המשקולת</a:t>
            </a:r>
            <a:r>
              <a:rPr lang="he-IL" sz="3600" dirty="0">
                <a:latin typeface="Arial" pitchFamily="34" charset="0"/>
                <a:cs typeface="Arial" pitchFamily="34" charset="0"/>
              </a:rPr>
              <a:t> ומסובב אותה על ידי </a:t>
            </a:r>
            <a:r>
              <a:rPr lang="he-IL" sz="3600" b="1" dirty="0">
                <a:solidFill>
                  <a:srgbClr val="FF0000"/>
                </a:solidFill>
                <a:latin typeface="Arial" pitchFamily="34" charset="0"/>
                <a:cs typeface="Arial" pitchFamily="34" charset="0"/>
              </a:rPr>
              <a:t>מנוע בינוני </a:t>
            </a:r>
          </a:p>
          <a:p>
            <a:pPr marL="742950" indent="-742950" algn="r" rtl="1">
              <a:buAutoNum type="arabicPeriod"/>
              <a:defRPr/>
            </a:pPr>
            <a:r>
              <a:rPr lang="he-IL" sz="3600" dirty="0">
                <a:latin typeface="Arial" pitchFamily="34" charset="0"/>
                <a:cs typeface="Arial" pitchFamily="34" charset="0"/>
              </a:rPr>
              <a:t>בניית החלק האמצעי של האופנוע המחזיק את </a:t>
            </a:r>
            <a:r>
              <a:rPr lang="he-IL" sz="3600" b="1" dirty="0">
                <a:solidFill>
                  <a:srgbClr val="FF0000"/>
                </a:solidFill>
                <a:latin typeface="Arial" pitchFamily="34" charset="0"/>
                <a:cs typeface="Arial" pitchFamily="34" charset="0"/>
              </a:rPr>
              <a:t>האבן החכמה</a:t>
            </a:r>
            <a:r>
              <a:rPr lang="he-IL" sz="3600" dirty="0">
                <a:latin typeface="Arial" pitchFamily="34" charset="0"/>
                <a:cs typeface="Arial" pitchFamily="34" charset="0"/>
              </a:rPr>
              <a:t>,</a:t>
            </a:r>
            <a:r>
              <a:rPr lang="he-IL" sz="3600" dirty="0">
                <a:solidFill>
                  <a:srgbClr val="FF0000"/>
                </a:solidFill>
                <a:latin typeface="Arial" pitchFamily="34" charset="0"/>
                <a:cs typeface="Arial" pitchFamily="34" charset="0"/>
              </a:rPr>
              <a:t> </a:t>
            </a:r>
            <a:r>
              <a:rPr lang="he-IL" sz="3600" dirty="0">
                <a:latin typeface="Arial" pitchFamily="34" charset="0"/>
                <a:cs typeface="Arial" pitchFamily="34" charset="0"/>
              </a:rPr>
              <a:t>הנותנת את כל הפקודות, וחיבור שלושת החלקים ביחד</a:t>
            </a:r>
          </a:p>
          <a:p>
            <a:pPr algn="r" rtl="1">
              <a:defRPr/>
            </a:pPr>
            <a:r>
              <a:rPr lang="he-IL" sz="3600" dirty="0">
                <a:latin typeface="Arial" pitchFamily="34" charset="0"/>
                <a:cs typeface="Arial" pitchFamily="34" charset="0"/>
              </a:rPr>
              <a:t> </a:t>
            </a:r>
          </a:p>
          <a:p>
            <a:pPr algn="r" rtl="1">
              <a:defRPr/>
            </a:pPr>
            <a:r>
              <a:rPr lang="he-IL" sz="3600" b="1" u="sng" dirty="0">
                <a:latin typeface="Arial" pitchFamily="34" charset="0"/>
                <a:cs typeface="Arial" pitchFamily="34" charset="0"/>
              </a:rPr>
              <a:t>שלב 2: (אלמנטים קריטיים שהיינו צריכים לקחת בחשבון)</a:t>
            </a:r>
            <a:endParaRPr lang="en-US" sz="3600" dirty="0">
              <a:latin typeface="Arial" pitchFamily="34" charset="0"/>
              <a:cs typeface="Arial" pitchFamily="34" charset="0"/>
            </a:endParaRPr>
          </a:p>
          <a:p>
            <a:pPr algn="r" rtl="1">
              <a:defRPr/>
            </a:pPr>
            <a:r>
              <a:rPr lang="he-IL" sz="3600" dirty="0">
                <a:latin typeface="Arial" pitchFamily="34" charset="0"/>
                <a:cs typeface="Arial" pitchFamily="34" charset="0"/>
              </a:rPr>
              <a:t> היינו צריכים לחשב את ה- </a:t>
            </a:r>
            <a:r>
              <a:rPr lang="en-US" sz="3600" dirty="0">
                <a:latin typeface="Arial" pitchFamily="34" charset="0"/>
                <a:cs typeface="Arial" pitchFamily="34" charset="0"/>
              </a:rPr>
              <a:t>Weight Distribution</a:t>
            </a:r>
            <a:r>
              <a:rPr lang="he-IL" sz="3600" dirty="0">
                <a:latin typeface="Arial" pitchFamily="34" charset="0"/>
                <a:cs typeface="Arial" pitchFamily="34" charset="0"/>
              </a:rPr>
              <a:t> באופנוע כדי להיות בטוח</a:t>
            </a:r>
            <a:r>
              <a:rPr lang="he-IL" sz="3600" noProof="1">
                <a:latin typeface="Arial" pitchFamily="34" charset="0"/>
                <a:cs typeface="Arial" pitchFamily="34" charset="0"/>
              </a:rPr>
              <a:t>ים שהוא</a:t>
            </a:r>
          </a:p>
          <a:p>
            <a:pPr algn="r" rtl="1">
              <a:defRPr/>
            </a:pPr>
            <a:r>
              <a:rPr lang="he-IL" sz="3600" noProof="1">
                <a:latin typeface="Arial" pitchFamily="34" charset="0"/>
                <a:cs typeface="Arial" pitchFamily="34" charset="0"/>
              </a:rPr>
              <a:t> מאוזן היטב ולא ייפול או יישבר בשעת נסיעה.  כמו כן היינו צריכים לחשב את הכוח</a:t>
            </a:r>
          </a:p>
          <a:p>
            <a:pPr algn="r" rtl="1">
              <a:defRPr/>
            </a:pPr>
            <a:r>
              <a:rPr lang="he-IL" sz="3600" noProof="1">
                <a:latin typeface="Arial" pitchFamily="34" charset="0"/>
                <a:cs typeface="Arial" pitchFamily="34" charset="0"/>
              </a:rPr>
              <a:t> הנדרש מהמשקולת  ומהגלגל הקדמי כדי להתגבר על המומנט של האופנוע </a:t>
            </a:r>
            <a:endParaRPr lang="en-US" sz="3600" dirty="0">
              <a:latin typeface="Arial" pitchFamily="34" charset="0"/>
              <a:cs typeface="Arial" pitchFamily="34" charset="0"/>
            </a:endParaRPr>
          </a:p>
          <a:p>
            <a:pPr algn="r" rtl="1">
              <a:defRPr/>
            </a:pPr>
            <a:endParaRPr lang="he-IL" sz="3600" b="1" u="sng" dirty="0">
              <a:latin typeface="Arial" pitchFamily="34" charset="0"/>
              <a:cs typeface="Arial" pitchFamily="34" charset="0"/>
            </a:endParaRPr>
          </a:p>
          <a:p>
            <a:pPr algn="r" rtl="1">
              <a:defRPr/>
            </a:pPr>
            <a:r>
              <a:rPr lang="he-IL" sz="3600" b="1" u="sng" dirty="0">
                <a:latin typeface="Arial" pitchFamily="34" charset="0"/>
                <a:cs typeface="Arial" pitchFamily="34" charset="0"/>
              </a:rPr>
              <a:t>שלב 3: (פיתוח הקוד)</a:t>
            </a:r>
          </a:p>
          <a:p>
            <a:pPr algn="r" rtl="1">
              <a:defRPr/>
            </a:pPr>
            <a:r>
              <a:rPr lang="he-IL" sz="3600" dirty="0">
                <a:latin typeface="Arial" pitchFamily="34" charset="0"/>
                <a:cs typeface="Arial" pitchFamily="34" charset="0"/>
              </a:rPr>
              <a:t>עבדנו על הקוד בתוכנת </a:t>
            </a:r>
            <a:r>
              <a:rPr lang="en-US" sz="3600" dirty="0" err="1">
                <a:latin typeface="Arial" pitchFamily="34" charset="0"/>
                <a:cs typeface="Arial" pitchFamily="34" charset="0"/>
              </a:rPr>
              <a:t>RobotC</a:t>
            </a:r>
            <a:r>
              <a:rPr lang="he-IL" sz="3600" dirty="0">
                <a:latin typeface="Arial" pitchFamily="34" charset="0"/>
                <a:cs typeface="Arial" pitchFamily="34" charset="0"/>
              </a:rPr>
              <a:t>, תוכנה המתרגמת קוד בשפת  </a:t>
            </a:r>
            <a:r>
              <a:rPr lang="en-US" sz="3600" dirty="0">
                <a:latin typeface="Arial" pitchFamily="34" charset="0"/>
                <a:cs typeface="Arial" pitchFamily="34" charset="0"/>
              </a:rPr>
              <a:t>C</a:t>
            </a:r>
            <a:r>
              <a:rPr lang="he-IL" sz="3600" dirty="0">
                <a:latin typeface="Arial" pitchFamily="34" charset="0"/>
                <a:cs typeface="Arial" pitchFamily="34" charset="0"/>
              </a:rPr>
              <a:t> לשפת האבן החכמה. </a:t>
            </a:r>
          </a:p>
          <a:p>
            <a:pPr algn="r" rtl="1">
              <a:defRPr/>
            </a:pPr>
            <a:r>
              <a:rPr lang="he-IL" sz="3600" dirty="0">
                <a:latin typeface="Arial" pitchFamily="34" charset="0"/>
                <a:cs typeface="Arial" pitchFamily="34" charset="0"/>
              </a:rPr>
              <a:t>את פיתוח הקוד עשינו בשלושה חלקים:</a:t>
            </a:r>
          </a:p>
          <a:p>
            <a:pPr algn="r" rtl="1">
              <a:defRPr/>
            </a:pPr>
            <a:r>
              <a:rPr lang="he-IL" sz="3600" dirty="0">
                <a:latin typeface="Arial" pitchFamily="34" charset="0"/>
                <a:cs typeface="Arial" pitchFamily="34" charset="0"/>
              </a:rPr>
              <a:t>1. כתבנו קוד קצר הגורם לאופנוע לנסוע ישר בלי ליפול</a:t>
            </a:r>
          </a:p>
          <a:p>
            <a:pPr algn="r" rtl="1">
              <a:defRPr/>
            </a:pPr>
            <a:r>
              <a:rPr lang="he-IL" sz="3600" dirty="0">
                <a:latin typeface="Arial" pitchFamily="34" charset="0"/>
                <a:cs typeface="Arial" pitchFamily="34" charset="0"/>
              </a:rPr>
              <a:t>2. הוספנו קטע קוד הגורם לאופנוע להסתובב ימינה או שמאלה במידה והוא מזהה מכשולים</a:t>
            </a:r>
          </a:p>
          <a:p>
            <a:pPr algn="r" rtl="1">
              <a:defRPr/>
            </a:pPr>
            <a:r>
              <a:rPr lang="he-IL" sz="3600" dirty="0">
                <a:latin typeface="Arial" pitchFamily="34" charset="0"/>
                <a:cs typeface="Arial" pitchFamily="34" charset="0"/>
              </a:rPr>
              <a:t>3. הוספנו קטע קוד השולט בסיבוב המשקולת ומונע מהאופנוע ליפול</a:t>
            </a:r>
          </a:p>
          <a:p>
            <a:pPr algn="r" rtl="1">
              <a:defRPr/>
            </a:pPr>
            <a:endParaRPr lang="en-US" sz="3600" b="1" u="sng" dirty="0">
              <a:latin typeface="Arial" pitchFamily="34" charset="0"/>
              <a:cs typeface="Arial" pitchFamily="34" charset="0"/>
            </a:endParaRPr>
          </a:p>
        </p:txBody>
      </p:sp>
      <p:sp>
        <p:nvSpPr>
          <p:cNvPr id="48" name="Text Box 96"/>
          <p:cNvSpPr txBox="1">
            <a:spLocks noChangeArrowheads="1"/>
          </p:cNvSpPr>
          <p:nvPr/>
        </p:nvSpPr>
        <p:spPr bwMode="auto">
          <a:xfrm>
            <a:off x="16764000" y="30708600"/>
            <a:ext cx="15773400" cy="3416320"/>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spAutoFit/>
          </a:bodyPr>
          <a:lstStyle>
            <a:lvl1pPr marL="457200" indent="-45720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r" rtl="1">
              <a:buFont typeface="Wingdings" pitchFamily="2" charset="2"/>
              <a:buChar char="v"/>
              <a:defRPr/>
            </a:pPr>
            <a:r>
              <a:rPr lang="he-IL" sz="3600" dirty="0">
                <a:latin typeface="Arial" pitchFamily="34" charset="0"/>
                <a:cs typeface="Arial" pitchFamily="34" charset="0"/>
              </a:rPr>
              <a:t>ראינו שיש בעיה קטנה עם התיקון אחרי שהאופנוע מסתובב. כנראה משום שהמשקולת לא חזקה מספיק ואין לה יכולת להתגבר על המומנט של האופנוע. ניתן לחזק אותה או להחליף את המנוע האחורי המסובב אותה</a:t>
            </a:r>
          </a:p>
          <a:p>
            <a:pPr algn="r" rtl="1">
              <a:buFont typeface="Wingdings" pitchFamily="2" charset="2"/>
              <a:buChar char="v"/>
              <a:defRPr/>
            </a:pPr>
            <a:r>
              <a:rPr lang="he-IL" sz="3600" dirty="0">
                <a:latin typeface="Arial" pitchFamily="34" charset="0"/>
                <a:cs typeface="Arial" pitchFamily="34" charset="0"/>
              </a:rPr>
              <a:t>אפשר לשפר את המבנה של האופנוע כך שיהיה יותר יציב ויותר חזק</a:t>
            </a:r>
          </a:p>
          <a:p>
            <a:pPr algn="r" rtl="1">
              <a:buFont typeface="Wingdings" pitchFamily="2" charset="2"/>
              <a:buChar char="v"/>
              <a:defRPr/>
            </a:pPr>
            <a:r>
              <a:rPr lang="he-IL" sz="3600" dirty="0">
                <a:latin typeface="Arial" pitchFamily="34" charset="0"/>
                <a:cs typeface="Arial" pitchFamily="34" charset="0"/>
              </a:rPr>
              <a:t>ניתן להרכיב חיישן </a:t>
            </a:r>
            <a:r>
              <a:rPr lang="en-US" sz="3600" dirty="0">
                <a:latin typeface="Arial" pitchFamily="34" charset="0"/>
                <a:cs typeface="Arial" pitchFamily="34" charset="0"/>
              </a:rPr>
              <a:t>GPS </a:t>
            </a:r>
            <a:r>
              <a:rPr lang="he-IL" sz="3600" dirty="0">
                <a:latin typeface="Arial" pitchFamily="34" charset="0"/>
                <a:cs typeface="Arial" pitchFamily="34" charset="0"/>
              </a:rPr>
              <a:t> שיגדיר את המיקום של האופנוע ויאפשר לאופנוע לנסוע מנוקדה </a:t>
            </a:r>
            <a:r>
              <a:rPr lang="en-US" sz="3600" dirty="0">
                <a:latin typeface="Arial" pitchFamily="34" charset="0"/>
                <a:cs typeface="Arial" pitchFamily="34" charset="0"/>
              </a:rPr>
              <a:t>A </a:t>
            </a:r>
            <a:r>
              <a:rPr lang="he-IL" sz="3600" dirty="0">
                <a:latin typeface="Arial" pitchFamily="34" charset="0"/>
                <a:cs typeface="Arial" pitchFamily="34" charset="0"/>
              </a:rPr>
              <a:t>  ל- </a:t>
            </a:r>
            <a:r>
              <a:rPr lang="en-US" sz="3600" dirty="0">
                <a:latin typeface="Arial" pitchFamily="34" charset="0"/>
                <a:cs typeface="Arial" pitchFamily="34" charset="0"/>
              </a:rPr>
              <a:t>B</a:t>
            </a:r>
            <a:r>
              <a:rPr lang="he-IL" sz="3600" dirty="0">
                <a:latin typeface="Arial" pitchFamily="34" charset="0"/>
                <a:cs typeface="Arial" pitchFamily="34" charset="0"/>
              </a:rPr>
              <a:t> </a:t>
            </a:r>
          </a:p>
        </p:txBody>
      </p:sp>
      <p:sp>
        <p:nvSpPr>
          <p:cNvPr id="24" name="Text Box 96"/>
          <p:cNvSpPr txBox="1">
            <a:spLocks noChangeArrowheads="1"/>
          </p:cNvSpPr>
          <p:nvPr/>
        </p:nvSpPr>
        <p:spPr bwMode="auto">
          <a:xfrm>
            <a:off x="16764000" y="9829800"/>
            <a:ext cx="15773400" cy="1200329"/>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spAutoFit/>
          </a:bodyPr>
          <a:lstStyle>
            <a:lvl1pPr marL="457200" indent="-45720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r" rtl="1">
              <a:defRPr/>
            </a:pPr>
            <a:r>
              <a:rPr lang="he-IL" sz="3600" dirty="0">
                <a:latin typeface="Arial" pitchFamily="34" charset="0"/>
                <a:cs typeface="Arial" pitchFamily="34" charset="0"/>
              </a:rPr>
              <a:t>אופנוע אוטונומי הינו אופנוע שנוהג לבד בלי רוכב ויש לו יכולת לייצב את עצמו ולא ליפול. </a:t>
            </a:r>
          </a:p>
          <a:p>
            <a:pPr algn="r" rtl="1">
              <a:defRPr/>
            </a:pPr>
            <a:r>
              <a:rPr lang="he-IL" sz="3600" dirty="0">
                <a:latin typeface="Arial" pitchFamily="34" charset="0"/>
                <a:cs typeface="Arial" pitchFamily="34" charset="0"/>
              </a:rPr>
              <a:t>הוא מסוגל לזהות מכשולים מסביבו ולהימנע מהם.  </a:t>
            </a:r>
          </a:p>
        </p:txBody>
      </p:sp>
      <p:sp>
        <p:nvSpPr>
          <p:cNvPr id="26" name="Text Box 96">
            <a:extLst>
              <a:ext uri="{FF2B5EF4-FFF2-40B4-BE49-F238E27FC236}">
                <a16:creationId xmlns:a16="http://schemas.microsoft.com/office/drawing/2014/main" id="{BFFB9CE0-B9C6-49AC-AEA0-87E8E627AA53}"/>
              </a:ext>
            </a:extLst>
          </p:cNvPr>
          <p:cNvSpPr txBox="1">
            <a:spLocks noChangeArrowheads="1"/>
          </p:cNvSpPr>
          <p:nvPr/>
        </p:nvSpPr>
        <p:spPr bwMode="auto">
          <a:xfrm>
            <a:off x="17884982" y="12342674"/>
            <a:ext cx="14652418" cy="1754326"/>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square" rIns="90000" anchor="ctr">
            <a:spAutoFit/>
          </a:bodyPr>
          <a:lstStyle>
            <a:lvl1pPr marL="457200" indent="-45720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r" rtl="1">
              <a:defRPr/>
            </a:pPr>
            <a:r>
              <a:rPr lang="he-IL" sz="3600" dirty="0">
                <a:latin typeface="Arial" pitchFamily="34" charset="0"/>
                <a:cs typeface="Arial" pitchFamily="34" charset="0"/>
              </a:rPr>
              <a:t>מטרת האופנוע האוטונומי היא לעזור למדינה ולאנשים החיים בה. אופנוע אוטונומי</a:t>
            </a:r>
          </a:p>
          <a:p>
            <a:pPr algn="r" rtl="1">
              <a:defRPr/>
            </a:pPr>
            <a:r>
              <a:rPr lang="he-IL" sz="3600" dirty="0">
                <a:latin typeface="Arial" pitchFamily="34" charset="0"/>
                <a:cs typeface="Arial" pitchFamily="34" charset="0"/>
              </a:rPr>
              <a:t>הנוהג בכבישי המדינה מפחית את הסיכון של חיי רוכב האופנוע. </a:t>
            </a:r>
          </a:p>
          <a:p>
            <a:pPr algn="r" rtl="1">
              <a:defRPr/>
            </a:pPr>
            <a:r>
              <a:rPr lang="he-IL" sz="3600" dirty="0">
                <a:latin typeface="Arial" pitchFamily="34" charset="0"/>
                <a:cs typeface="Arial" pitchFamily="34" charset="0"/>
              </a:rPr>
              <a:t>נוסף לכך התנועה תהיה יותר מהירה ומדויקת בהגעה מנקודה </a:t>
            </a:r>
            <a:r>
              <a:rPr lang="en-US" sz="3600" dirty="0">
                <a:latin typeface="Arial" pitchFamily="34" charset="0"/>
                <a:cs typeface="Arial" pitchFamily="34" charset="0"/>
              </a:rPr>
              <a:t>A</a:t>
            </a:r>
            <a:r>
              <a:rPr lang="he-IL" sz="3600" dirty="0">
                <a:latin typeface="Arial" pitchFamily="34" charset="0"/>
                <a:cs typeface="Arial" pitchFamily="34" charset="0"/>
              </a:rPr>
              <a:t> לנקודה </a:t>
            </a:r>
            <a:r>
              <a:rPr lang="en-US" sz="3600" dirty="0">
                <a:latin typeface="Arial" pitchFamily="34" charset="0"/>
                <a:cs typeface="Arial" pitchFamily="34" charset="0"/>
              </a:rPr>
              <a:t>B</a:t>
            </a:r>
            <a:r>
              <a:rPr lang="he-IL" sz="3600" dirty="0">
                <a:latin typeface="Arial" pitchFamily="34" charset="0"/>
                <a:cs typeface="Arial" pitchFamily="34" charset="0"/>
              </a:rPr>
              <a:t>. </a:t>
            </a:r>
          </a:p>
        </p:txBody>
      </p:sp>
      <p:sp>
        <p:nvSpPr>
          <p:cNvPr id="21" name="Rectangle: Rounded Corners 20">
            <a:extLst>
              <a:ext uri="{FF2B5EF4-FFF2-40B4-BE49-F238E27FC236}">
                <a16:creationId xmlns:a16="http://schemas.microsoft.com/office/drawing/2014/main" id="{EEF7F067-66FD-400E-8FE9-51BF6CDDA28B}"/>
              </a:ext>
            </a:extLst>
          </p:cNvPr>
          <p:cNvSpPr/>
          <p:nvPr/>
        </p:nvSpPr>
        <p:spPr bwMode="auto">
          <a:xfrm>
            <a:off x="2710916" y="15666855"/>
            <a:ext cx="3668422" cy="830091"/>
          </a:xfrm>
          <a:prstGeom prst="roundRect">
            <a:avLst/>
          </a:prstGeom>
          <a:solidFill>
            <a:srgbClr val="0033CC"/>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he-IL" sz="3600" b="0" i="0" u="none" strike="noStrike" cap="none" normalizeH="0" baseline="0" dirty="0">
                <a:ln>
                  <a:noFill/>
                </a:ln>
                <a:solidFill>
                  <a:schemeClr val="bg1"/>
                </a:solidFill>
                <a:effectLst/>
                <a:latin typeface="Guttman Hatzvi" panose="02010401010101010101" pitchFamily="2" charset="-79"/>
                <a:cs typeface="Guttman Hatzvi" panose="02010401010101010101" pitchFamily="2" charset="-79"/>
              </a:rPr>
              <a:t>שלב שני</a:t>
            </a:r>
          </a:p>
        </p:txBody>
      </p:sp>
      <p:sp>
        <p:nvSpPr>
          <p:cNvPr id="43" name="Rectangle: Rounded Corners 42">
            <a:extLst>
              <a:ext uri="{FF2B5EF4-FFF2-40B4-BE49-F238E27FC236}">
                <a16:creationId xmlns:a16="http://schemas.microsoft.com/office/drawing/2014/main" id="{1596A90E-8E8A-45AC-95FE-E5716D479D14}"/>
              </a:ext>
            </a:extLst>
          </p:cNvPr>
          <p:cNvSpPr/>
          <p:nvPr/>
        </p:nvSpPr>
        <p:spPr bwMode="auto">
          <a:xfrm>
            <a:off x="10960902" y="15669084"/>
            <a:ext cx="2819400" cy="830091"/>
          </a:xfrm>
          <a:prstGeom prst="roundRect">
            <a:avLst/>
          </a:prstGeom>
          <a:solidFill>
            <a:srgbClr val="0033CC"/>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algn="ctr"/>
            <a:r>
              <a:rPr lang="he-IL" sz="3600" dirty="0">
                <a:solidFill>
                  <a:schemeClr val="bg1"/>
                </a:solidFill>
                <a:latin typeface="Guttman Hatzvi" panose="02010401010101010101" pitchFamily="2" charset="-79"/>
                <a:cs typeface="Guttman Hatzvi" panose="02010401010101010101" pitchFamily="2" charset="-79"/>
              </a:rPr>
              <a:t>שלב ראשון</a:t>
            </a:r>
          </a:p>
        </p:txBody>
      </p:sp>
      <p:sp>
        <p:nvSpPr>
          <p:cNvPr id="44" name="Rectangle: Rounded Corners 43">
            <a:extLst>
              <a:ext uri="{FF2B5EF4-FFF2-40B4-BE49-F238E27FC236}">
                <a16:creationId xmlns:a16="http://schemas.microsoft.com/office/drawing/2014/main" id="{18EF0144-6E66-4234-8A31-52FABE6C5B77}"/>
              </a:ext>
            </a:extLst>
          </p:cNvPr>
          <p:cNvSpPr/>
          <p:nvPr/>
        </p:nvSpPr>
        <p:spPr bwMode="auto">
          <a:xfrm>
            <a:off x="2819400" y="22219778"/>
            <a:ext cx="3657600" cy="830091"/>
          </a:xfrm>
          <a:prstGeom prst="roundRect">
            <a:avLst/>
          </a:prstGeom>
          <a:solidFill>
            <a:srgbClr val="0033CC"/>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he-IL" sz="3600" dirty="0">
                <a:solidFill>
                  <a:schemeClr val="bg1"/>
                </a:solidFill>
                <a:latin typeface="Guttman Hatzvi" panose="02010401010101010101" pitchFamily="2" charset="-79"/>
                <a:cs typeface="Guttman Hatzvi" panose="02010401010101010101" pitchFamily="2" charset="-79"/>
              </a:rPr>
              <a:t>שלב רביעי</a:t>
            </a:r>
            <a:endParaRPr kumimoji="0" lang="he-IL" sz="3600" b="0" i="0" u="none" strike="noStrike" cap="none" normalizeH="0" baseline="0" dirty="0">
              <a:ln>
                <a:noFill/>
              </a:ln>
              <a:solidFill>
                <a:schemeClr val="bg1"/>
              </a:solidFill>
              <a:effectLst/>
              <a:latin typeface="Guttman Hatzvi" panose="02010401010101010101" pitchFamily="2" charset="-79"/>
              <a:cs typeface="Guttman Hatzvi" panose="02010401010101010101" pitchFamily="2" charset="-79"/>
            </a:endParaRPr>
          </a:p>
        </p:txBody>
      </p:sp>
      <p:sp>
        <p:nvSpPr>
          <p:cNvPr id="45" name="Rectangle: Rounded Corners 44">
            <a:extLst>
              <a:ext uri="{FF2B5EF4-FFF2-40B4-BE49-F238E27FC236}">
                <a16:creationId xmlns:a16="http://schemas.microsoft.com/office/drawing/2014/main" id="{CC94A70B-A274-493F-9EEF-74981F9EA0CA}"/>
              </a:ext>
            </a:extLst>
          </p:cNvPr>
          <p:cNvSpPr/>
          <p:nvPr/>
        </p:nvSpPr>
        <p:spPr bwMode="auto">
          <a:xfrm>
            <a:off x="10960902" y="22421606"/>
            <a:ext cx="3162246" cy="799884"/>
          </a:xfrm>
          <a:prstGeom prst="roundRect">
            <a:avLst/>
          </a:prstGeom>
          <a:solidFill>
            <a:srgbClr val="0033CC"/>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he-IL" sz="3600" b="0" i="0" u="none" strike="noStrike" cap="none" normalizeH="0" baseline="0" dirty="0">
                <a:ln>
                  <a:noFill/>
                </a:ln>
                <a:solidFill>
                  <a:schemeClr val="bg1"/>
                </a:solidFill>
                <a:effectLst/>
                <a:latin typeface="Guttman Hatzvi" panose="02010401010101010101" pitchFamily="2" charset="-79"/>
                <a:cs typeface="Guttman Hatzvi" panose="02010401010101010101" pitchFamily="2" charset="-79"/>
              </a:rPr>
              <a:t>שלב שלישי</a:t>
            </a:r>
          </a:p>
        </p:txBody>
      </p:sp>
      <p:sp>
        <p:nvSpPr>
          <p:cNvPr id="22" name="Rectangle: Rounded Corners 21">
            <a:extLst>
              <a:ext uri="{FF2B5EF4-FFF2-40B4-BE49-F238E27FC236}">
                <a16:creationId xmlns:a16="http://schemas.microsoft.com/office/drawing/2014/main" id="{6EEA5A95-40A7-4596-ABF8-E7C8748213FF}"/>
              </a:ext>
            </a:extLst>
          </p:cNvPr>
          <p:cNvSpPr/>
          <p:nvPr/>
        </p:nvSpPr>
        <p:spPr bwMode="auto">
          <a:xfrm>
            <a:off x="16903012" y="4825845"/>
            <a:ext cx="15794036" cy="1174876"/>
          </a:xfrm>
          <a:prstGeom prst="roundRect">
            <a:avLst/>
          </a:prstGeom>
          <a:solidFill>
            <a:srgbClr val="7030A0"/>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algn="ctr"/>
            <a:r>
              <a:rPr lang="he-IL" altLang="en-US" sz="5400" b="1" dirty="0">
                <a:solidFill>
                  <a:schemeClr val="bg1"/>
                </a:solidFill>
                <a:latin typeface="Guttman Hatzvi" panose="02010401010101010101" pitchFamily="2" charset="-79"/>
                <a:cs typeface="Guttman Hatzvi" panose="02010401010101010101" pitchFamily="2" charset="-79"/>
              </a:rPr>
              <a:t>תקציר</a:t>
            </a:r>
            <a:endParaRPr lang="en-US" altLang="he-IL" sz="5400" b="1" dirty="0">
              <a:solidFill>
                <a:schemeClr val="bg1"/>
              </a:solidFill>
              <a:cs typeface="Guttman Hatzvi" panose="02010401010101010101" pitchFamily="2" charset="-79"/>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he-IL" sz="3600" b="0" i="0" u="none" strike="noStrike" cap="none" normalizeH="0" baseline="0" dirty="0">
              <a:ln>
                <a:noFill/>
              </a:ln>
              <a:solidFill>
                <a:schemeClr val="tx1"/>
              </a:solidFill>
              <a:effectLst/>
              <a:latin typeface="Guttman Hatzvi" panose="02010401010101010101" pitchFamily="2" charset="-79"/>
              <a:cs typeface="Guttman Hatzvi" panose="02010401010101010101" pitchFamily="2" charset="-79"/>
            </a:endParaRPr>
          </a:p>
        </p:txBody>
      </p:sp>
      <p:sp>
        <p:nvSpPr>
          <p:cNvPr id="47" name="Rectangle: Rounded Corners 46">
            <a:extLst>
              <a:ext uri="{FF2B5EF4-FFF2-40B4-BE49-F238E27FC236}">
                <a16:creationId xmlns:a16="http://schemas.microsoft.com/office/drawing/2014/main" id="{278FFAF9-1020-4107-A0AE-AA93CCAD7FEC}"/>
              </a:ext>
            </a:extLst>
          </p:cNvPr>
          <p:cNvSpPr/>
          <p:nvPr/>
        </p:nvSpPr>
        <p:spPr bwMode="auto">
          <a:xfrm>
            <a:off x="16812128" y="8569588"/>
            <a:ext cx="15794036" cy="1174876"/>
          </a:xfrm>
          <a:prstGeom prst="roundRect">
            <a:avLst/>
          </a:prstGeom>
          <a:solidFill>
            <a:srgbClr val="7030A0"/>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algn="ctr"/>
            <a:r>
              <a:rPr lang="he-IL" altLang="he-IL" sz="5400" b="1" dirty="0">
                <a:solidFill>
                  <a:schemeClr val="bg1"/>
                </a:solidFill>
                <a:latin typeface="Guttman Hatzvi" panose="02010401010101010101" pitchFamily="2" charset="-79"/>
                <a:cs typeface="Guttman Hatzvi" panose="02010401010101010101" pitchFamily="2" charset="-79"/>
              </a:rPr>
              <a:t> מה זה אופנוע אוטונומי?</a:t>
            </a:r>
            <a:endParaRPr lang="en-US" altLang="he-IL" sz="5400" b="1" dirty="0">
              <a:solidFill>
                <a:schemeClr val="bg1"/>
              </a:solidFill>
              <a:cs typeface="Guttman Hatzvi" panose="02010401010101010101" pitchFamily="2" charset="-79"/>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he-IL" sz="3600" b="0" i="0" u="none" strike="noStrike" cap="none" normalizeH="0" baseline="0" dirty="0">
              <a:ln>
                <a:noFill/>
              </a:ln>
              <a:solidFill>
                <a:schemeClr val="tx1"/>
              </a:solidFill>
              <a:effectLst/>
              <a:latin typeface="Guttman Hatzvi" panose="02010401010101010101" pitchFamily="2" charset="-79"/>
              <a:cs typeface="Guttman Hatzvi" panose="02010401010101010101" pitchFamily="2" charset="-79"/>
            </a:endParaRPr>
          </a:p>
        </p:txBody>
      </p:sp>
      <p:sp>
        <p:nvSpPr>
          <p:cNvPr id="51" name="Rectangle: Rounded Corners 50">
            <a:extLst>
              <a:ext uri="{FF2B5EF4-FFF2-40B4-BE49-F238E27FC236}">
                <a16:creationId xmlns:a16="http://schemas.microsoft.com/office/drawing/2014/main" id="{0E7313D6-4424-4B8E-B50D-31EBCB87AD22}"/>
              </a:ext>
            </a:extLst>
          </p:cNvPr>
          <p:cNvSpPr/>
          <p:nvPr/>
        </p:nvSpPr>
        <p:spPr bwMode="auto">
          <a:xfrm>
            <a:off x="16715290" y="11073493"/>
            <a:ext cx="15794036" cy="1174876"/>
          </a:xfrm>
          <a:prstGeom prst="roundRect">
            <a:avLst/>
          </a:prstGeom>
          <a:solidFill>
            <a:srgbClr val="7030A0"/>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algn="ctr" defTabSz="4022725" rtl="1" eaLnBrk="1" hangingPunct="1">
              <a:lnSpc>
                <a:spcPct val="110000"/>
              </a:lnSpc>
              <a:spcBef>
                <a:spcPct val="20000"/>
              </a:spcBef>
            </a:pPr>
            <a:r>
              <a:rPr lang="he-IL" altLang="he-IL" sz="5400" b="1" dirty="0">
                <a:solidFill>
                  <a:schemeClr val="bg1"/>
                </a:solidFill>
                <a:latin typeface="Guttman Hatzvi" panose="02010401010101010101" pitchFamily="2" charset="-79"/>
                <a:cs typeface="Guttman Hatzvi" panose="02010401010101010101" pitchFamily="2" charset="-79"/>
              </a:rPr>
              <a:t> </a:t>
            </a:r>
            <a:r>
              <a:rPr lang="he-IL" altLang="en-US" sz="5400" b="1" dirty="0">
                <a:solidFill>
                  <a:schemeClr val="bg1"/>
                </a:solidFill>
                <a:latin typeface="Guttman Hatzvi" panose="02010401010101010101" pitchFamily="2" charset="-79"/>
                <a:cs typeface="Guttman Hatzvi" panose="02010401010101010101" pitchFamily="2" charset="-79"/>
                <a:sym typeface="Trebuchet MS" pitchFamily="34" charset="0"/>
              </a:rPr>
              <a:t>מה המטרה?</a:t>
            </a:r>
            <a:endParaRPr lang="en-GB" altLang="en-US" sz="5400" b="1" dirty="0">
              <a:solidFill>
                <a:schemeClr val="bg1"/>
              </a:solidFill>
              <a:latin typeface="Trebuchet MS" pitchFamily="34" charset="0"/>
              <a:ea typeface="Trebuchet MS" pitchFamily="34" charset="0"/>
              <a:cs typeface="Trebuchet MS" pitchFamily="34" charset="0"/>
              <a:sym typeface="Trebuchet MS" pitchFamily="34" charset="0"/>
            </a:endParaRPr>
          </a:p>
          <a:p>
            <a:pPr algn="ctr" defTabSz="4022725" rtl="1" eaLnBrk="1" hangingPunct="1">
              <a:lnSpc>
                <a:spcPct val="110000"/>
              </a:lnSpc>
              <a:spcBef>
                <a:spcPct val="20000"/>
              </a:spcBef>
            </a:pPr>
            <a:endParaRPr lang="en-GB" altLang="en-US" sz="5400" b="1" dirty="0">
              <a:solidFill>
                <a:schemeClr val="bg1"/>
              </a:solidFill>
              <a:latin typeface="Trebuchet MS" pitchFamily="34" charset="0"/>
              <a:ea typeface="Trebuchet MS" pitchFamily="34" charset="0"/>
              <a:cs typeface="Guttman Hatzvi" panose="02010401010101010101" pitchFamily="2" charset="-79"/>
              <a:sym typeface="Trebuchet MS" pitchFamily="34" charset="0"/>
            </a:endParaRPr>
          </a:p>
        </p:txBody>
      </p:sp>
      <p:sp>
        <p:nvSpPr>
          <p:cNvPr id="52" name="Rectangle: Rounded Corners 51">
            <a:extLst>
              <a:ext uri="{FF2B5EF4-FFF2-40B4-BE49-F238E27FC236}">
                <a16:creationId xmlns:a16="http://schemas.microsoft.com/office/drawing/2014/main" id="{10779603-220F-4776-A6D9-E39339C3C290}"/>
              </a:ext>
            </a:extLst>
          </p:cNvPr>
          <p:cNvSpPr/>
          <p:nvPr/>
        </p:nvSpPr>
        <p:spPr bwMode="auto">
          <a:xfrm>
            <a:off x="409074" y="14181196"/>
            <a:ext cx="31975530" cy="1155701"/>
          </a:xfrm>
          <a:prstGeom prst="roundRect">
            <a:avLst/>
          </a:prstGeom>
          <a:solidFill>
            <a:srgbClr val="7030A0"/>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algn="ctr" defTabSz="4022725" rtl="1" eaLnBrk="1" hangingPunct="1">
              <a:lnSpc>
                <a:spcPct val="110000"/>
              </a:lnSpc>
              <a:spcBef>
                <a:spcPct val="20000"/>
              </a:spcBef>
            </a:pPr>
            <a:r>
              <a:rPr lang="he-IL" altLang="he-IL" sz="5400" b="1" dirty="0">
                <a:solidFill>
                  <a:schemeClr val="bg1"/>
                </a:solidFill>
                <a:latin typeface="Guttman Hatzvi" panose="02010401010101010101" pitchFamily="2" charset="-79"/>
                <a:cs typeface="Guttman Hatzvi" panose="02010401010101010101" pitchFamily="2" charset="-79"/>
              </a:rPr>
              <a:t> </a:t>
            </a:r>
            <a:r>
              <a:rPr lang="he-IL" altLang="en-US" sz="5400" b="1" dirty="0">
                <a:solidFill>
                  <a:schemeClr val="bg1"/>
                </a:solidFill>
                <a:latin typeface="Trebuchet MS" pitchFamily="34" charset="0"/>
                <a:cs typeface="Arial" pitchFamily="34" charset="0"/>
                <a:sym typeface="Trebuchet MS" pitchFamily="34" charset="0"/>
              </a:rPr>
              <a:t>פירוט שלבי הפיתוח </a:t>
            </a:r>
            <a:r>
              <a:rPr lang="en-US" altLang="en-US" sz="5400" b="1" dirty="0">
                <a:solidFill>
                  <a:schemeClr val="bg1"/>
                </a:solidFill>
                <a:latin typeface="Trebuchet MS" pitchFamily="34" charset="0"/>
                <a:cs typeface="Arial" pitchFamily="34" charset="0"/>
                <a:sym typeface="Trebuchet MS" pitchFamily="34" charset="0"/>
              </a:rPr>
              <a:t>  </a:t>
            </a:r>
            <a:endParaRPr lang="en-GB" altLang="en-US" sz="5400" b="1" dirty="0">
              <a:solidFill>
                <a:schemeClr val="bg1"/>
              </a:solidFill>
              <a:latin typeface="Trebuchet MS" pitchFamily="34" charset="0"/>
              <a:ea typeface="Trebuchet MS" pitchFamily="34" charset="0"/>
              <a:cs typeface="Trebuchet MS" pitchFamily="34" charset="0"/>
              <a:sym typeface="Trebuchet MS" pitchFamily="34" charset="0"/>
            </a:endParaRPr>
          </a:p>
          <a:p>
            <a:pPr algn="ctr" defTabSz="4022725" rtl="1" eaLnBrk="1" hangingPunct="1">
              <a:lnSpc>
                <a:spcPct val="110000"/>
              </a:lnSpc>
              <a:spcBef>
                <a:spcPct val="20000"/>
              </a:spcBef>
            </a:pPr>
            <a:endParaRPr lang="en-GB" altLang="en-US" sz="5400" b="1" dirty="0">
              <a:solidFill>
                <a:schemeClr val="bg1"/>
              </a:solidFill>
              <a:latin typeface="Trebuchet MS" pitchFamily="34" charset="0"/>
              <a:ea typeface="Trebuchet MS" pitchFamily="34" charset="0"/>
              <a:cs typeface="Guttman Hatzvi" panose="02010401010101010101" pitchFamily="2" charset="-79"/>
              <a:sym typeface="Trebuchet MS"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he-IL" sz="3600" b="0" i="0" u="none" strike="noStrike" cap="none" normalizeH="0" baseline="0" dirty="0">
              <a:ln>
                <a:noFill/>
              </a:ln>
              <a:solidFill>
                <a:schemeClr val="tx1"/>
              </a:solidFill>
              <a:effectLst/>
              <a:latin typeface="Guttman Hatzvi" panose="02010401010101010101" pitchFamily="2" charset="-79"/>
              <a:cs typeface="Guttman Hatzvi" panose="02010401010101010101" pitchFamily="2" charset="-79"/>
            </a:endParaRPr>
          </a:p>
        </p:txBody>
      </p:sp>
      <p:sp>
        <p:nvSpPr>
          <p:cNvPr id="53" name="Rectangle: Rounded Corners 52">
            <a:extLst>
              <a:ext uri="{FF2B5EF4-FFF2-40B4-BE49-F238E27FC236}">
                <a16:creationId xmlns:a16="http://schemas.microsoft.com/office/drawing/2014/main" id="{72DA32E2-521E-4A4A-98A0-C5270976FDA9}"/>
              </a:ext>
            </a:extLst>
          </p:cNvPr>
          <p:cNvSpPr/>
          <p:nvPr/>
        </p:nvSpPr>
        <p:spPr bwMode="auto">
          <a:xfrm>
            <a:off x="371248" y="4771447"/>
            <a:ext cx="15794036" cy="1174876"/>
          </a:xfrm>
          <a:prstGeom prst="roundRect">
            <a:avLst/>
          </a:prstGeom>
          <a:solidFill>
            <a:srgbClr val="7030A0"/>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algn="ctr" defTabSz="4022725"/>
            <a:r>
              <a:rPr lang="he-IL" altLang="he-IL" sz="5400" b="1" dirty="0">
                <a:solidFill>
                  <a:schemeClr val="bg1"/>
                </a:solidFill>
                <a:latin typeface="Guttman Hatzvi" panose="02010401010101010101" pitchFamily="2" charset="-79"/>
                <a:cs typeface="Guttman Hatzvi" panose="02010401010101010101" pitchFamily="2" charset="-79"/>
              </a:rPr>
              <a:t> </a:t>
            </a:r>
            <a:r>
              <a:rPr lang="he-IL" altLang="en-US" sz="5400" b="1" dirty="0">
                <a:solidFill>
                  <a:schemeClr val="bg1"/>
                </a:solidFill>
                <a:latin typeface="Guttman Hatzvi" panose="02010401010101010101" pitchFamily="2" charset="-79"/>
                <a:cs typeface="Guttman Hatzvi" panose="02010401010101010101" pitchFamily="2" charset="-79"/>
              </a:rPr>
              <a:t>תמונות תקריב ואילוסטרציה</a:t>
            </a:r>
            <a:endParaRPr lang="en-US" altLang="he-IL" sz="5000" b="1" dirty="0">
              <a:solidFill>
                <a:schemeClr val="bg1"/>
              </a:solidFill>
              <a:cs typeface="Guttman Hatzvi" panose="02010401010101010101" pitchFamily="2" charset="-79"/>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he-IL" sz="3600" b="0" i="0" u="none" strike="noStrike" cap="none" normalizeH="0" baseline="0" dirty="0">
              <a:ln>
                <a:noFill/>
              </a:ln>
              <a:solidFill>
                <a:schemeClr val="tx1"/>
              </a:solidFill>
              <a:effectLst/>
              <a:latin typeface="Guttman Hatzvi" panose="02010401010101010101" pitchFamily="2" charset="-79"/>
              <a:cs typeface="Guttman Hatzvi" panose="02010401010101010101" pitchFamily="2" charset="-79"/>
            </a:endParaRPr>
          </a:p>
        </p:txBody>
      </p:sp>
      <p:sp>
        <p:nvSpPr>
          <p:cNvPr id="54" name="Rectangle: Rounded Corners 53">
            <a:extLst>
              <a:ext uri="{FF2B5EF4-FFF2-40B4-BE49-F238E27FC236}">
                <a16:creationId xmlns:a16="http://schemas.microsoft.com/office/drawing/2014/main" id="{774B0C77-2690-4235-8EAB-84CB253C59B7}"/>
              </a:ext>
            </a:extLst>
          </p:cNvPr>
          <p:cNvSpPr/>
          <p:nvPr/>
        </p:nvSpPr>
        <p:spPr bwMode="auto">
          <a:xfrm>
            <a:off x="16774887" y="29422935"/>
            <a:ext cx="15794036" cy="1174876"/>
          </a:xfrm>
          <a:prstGeom prst="roundRect">
            <a:avLst/>
          </a:prstGeom>
          <a:solidFill>
            <a:srgbClr val="7030A0"/>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algn="ctr" defTabSz="4022725"/>
            <a:r>
              <a:rPr lang="he-IL" altLang="he-IL" sz="5400" b="1" dirty="0">
                <a:solidFill>
                  <a:schemeClr val="bg1"/>
                </a:solidFill>
                <a:latin typeface="Guttman Hatzvi" panose="02010401010101010101" pitchFamily="2" charset="-79"/>
                <a:cs typeface="Guttman Hatzvi" panose="02010401010101010101" pitchFamily="2" charset="-79"/>
              </a:rPr>
              <a:t> </a:t>
            </a:r>
            <a:r>
              <a:rPr lang="he-IL" altLang="en-US" sz="5400" b="1" dirty="0">
                <a:solidFill>
                  <a:schemeClr val="bg1"/>
                </a:solidFill>
                <a:latin typeface="Guttman Hatzvi" panose="02010401010101010101" pitchFamily="2" charset="-79"/>
                <a:cs typeface="Guttman Hatzvi" panose="02010401010101010101" pitchFamily="2" charset="-79"/>
              </a:rPr>
              <a:t>מסקנות והמלצות להמשך פיתוח</a:t>
            </a:r>
            <a:endParaRPr lang="en-GB" altLang="en-US" sz="5400" b="1" dirty="0">
              <a:solidFill>
                <a:schemeClr val="bg1"/>
              </a:solidFill>
              <a:latin typeface="Trebuchet MS" pitchFamily="34" charset="0"/>
              <a:ea typeface="Trebuchet MS" pitchFamily="34" charset="0"/>
              <a:cs typeface="Guttman Hatzvi" panose="02010401010101010101" pitchFamily="2" charset="-79"/>
              <a:sym typeface="Trebuchet MS"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he-IL" sz="3600" b="0" i="0" u="none" strike="noStrike" cap="none" normalizeH="0" baseline="0" dirty="0">
              <a:ln>
                <a:noFill/>
              </a:ln>
              <a:solidFill>
                <a:schemeClr val="tx1"/>
              </a:solidFill>
              <a:effectLst/>
              <a:latin typeface="Guttman Hatzvi" panose="02010401010101010101" pitchFamily="2" charset="-79"/>
              <a:cs typeface="Guttman Hatzvi" panose="02010401010101010101" pitchFamily="2" charset="-79"/>
            </a:endParaRPr>
          </a:p>
        </p:txBody>
      </p:sp>
      <p:sp>
        <p:nvSpPr>
          <p:cNvPr id="36" name="Rectangle: Rounded Corners 35">
            <a:extLst>
              <a:ext uri="{FF2B5EF4-FFF2-40B4-BE49-F238E27FC236}">
                <a16:creationId xmlns:a16="http://schemas.microsoft.com/office/drawing/2014/main" id="{E9CD0D65-28E8-4231-958B-CF8BC81F4350}"/>
              </a:ext>
            </a:extLst>
          </p:cNvPr>
          <p:cNvSpPr/>
          <p:nvPr/>
        </p:nvSpPr>
        <p:spPr bwMode="auto">
          <a:xfrm>
            <a:off x="9802286" y="33169162"/>
            <a:ext cx="7009842" cy="1174876"/>
          </a:xfrm>
          <a:prstGeom prst="roundRect">
            <a:avLst/>
          </a:prstGeom>
          <a:solidFill>
            <a:srgbClr val="7030A0"/>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algn="ctr" defTabSz="4022725"/>
            <a:r>
              <a:rPr lang="he-IL" altLang="he-IL" sz="5400" b="1" dirty="0">
                <a:solidFill>
                  <a:schemeClr val="bg1"/>
                </a:solidFill>
                <a:latin typeface="Guttman Hatzvi" panose="02010401010101010101" pitchFamily="2" charset="-79"/>
                <a:cs typeface="Guttman Hatzvi" panose="02010401010101010101" pitchFamily="2" charset="-79"/>
              </a:rPr>
              <a:t>קישור לקוד המקור</a:t>
            </a:r>
            <a:endParaRPr lang="en-US" altLang="he-IL" sz="5000" b="1" dirty="0">
              <a:solidFill>
                <a:schemeClr val="bg1"/>
              </a:solidFill>
              <a:cs typeface="Guttman Hatzvi" panose="02010401010101010101" pitchFamily="2" charset="-79"/>
            </a:endParaRPr>
          </a:p>
          <a:p>
            <a:pPr algn="ctr" defTabSz="4022725" rtl="1" eaLnBrk="1" hangingPunct="1">
              <a:lnSpc>
                <a:spcPct val="110000"/>
              </a:lnSpc>
              <a:spcBef>
                <a:spcPct val="20000"/>
              </a:spcBef>
            </a:pPr>
            <a:endParaRPr lang="en-GB" altLang="en-US" sz="5400" b="1" dirty="0">
              <a:solidFill>
                <a:schemeClr val="bg1"/>
              </a:solidFill>
              <a:latin typeface="Trebuchet MS" pitchFamily="34" charset="0"/>
              <a:ea typeface="Trebuchet MS" pitchFamily="34" charset="0"/>
              <a:cs typeface="Guttman Hatzvi" panose="02010401010101010101" pitchFamily="2" charset="-79"/>
              <a:sym typeface="Trebuchet MS"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he-IL" sz="3600" b="0" i="0" u="none" strike="noStrike" cap="none" normalizeH="0" baseline="0" dirty="0">
              <a:ln>
                <a:noFill/>
              </a:ln>
              <a:solidFill>
                <a:schemeClr val="tx1"/>
              </a:solidFill>
              <a:effectLst/>
              <a:latin typeface="Guttman Hatzvi" panose="02010401010101010101" pitchFamily="2" charset="-79"/>
              <a:cs typeface="Guttman Hatzvi" panose="02010401010101010101" pitchFamily="2" charset="-79"/>
            </a:endParaRPr>
          </a:p>
        </p:txBody>
      </p:sp>
      <p:sp>
        <p:nvSpPr>
          <p:cNvPr id="39" name="Rectangle: Rounded Corners 38">
            <a:extLst>
              <a:ext uri="{FF2B5EF4-FFF2-40B4-BE49-F238E27FC236}">
                <a16:creationId xmlns:a16="http://schemas.microsoft.com/office/drawing/2014/main" id="{EF3F12E6-EE2B-4D27-AE37-44548602C24A}"/>
              </a:ext>
            </a:extLst>
          </p:cNvPr>
          <p:cNvSpPr/>
          <p:nvPr/>
        </p:nvSpPr>
        <p:spPr bwMode="auto">
          <a:xfrm>
            <a:off x="1269538" y="33169162"/>
            <a:ext cx="7009842" cy="1174876"/>
          </a:xfrm>
          <a:prstGeom prst="roundRect">
            <a:avLst/>
          </a:prstGeom>
          <a:solidFill>
            <a:srgbClr val="7030A0"/>
          </a:solidFill>
          <a:ln w="9525" cap="flat" cmpd="sng" algn="ctr">
            <a:solidFill>
              <a:schemeClr val="bg2"/>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algn="ctr" defTabSz="4022725"/>
            <a:r>
              <a:rPr lang="he-IL" altLang="he-IL" sz="5400" b="1" dirty="0">
                <a:solidFill>
                  <a:schemeClr val="bg1"/>
                </a:solidFill>
                <a:latin typeface="Guttman Hatzvi" panose="02010401010101010101" pitchFamily="2" charset="-79"/>
                <a:cs typeface="Guttman Hatzvi" panose="02010401010101010101" pitchFamily="2" charset="-79"/>
              </a:rPr>
              <a:t>קישור לסרטון</a:t>
            </a:r>
            <a:endParaRPr lang="en-US" altLang="he-IL" sz="5000" b="1" dirty="0">
              <a:solidFill>
                <a:schemeClr val="bg1"/>
              </a:solidFill>
              <a:cs typeface="Guttman Hatzvi" panose="02010401010101010101" pitchFamily="2" charset="-79"/>
            </a:endParaRPr>
          </a:p>
          <a:p>
            <a:pPr algn="ctr" defTabSz="4022725" rtl="1" eaLnBrk="1" hangingPunct="1">
              <a:lnSpc>
                <a:spcPct val="110000"/>
              </a:lnSpc>
              <a:spcBef>
                <a:spcPct val="20000"/>
              </a:spcBef>
            </a:pPr>
            <a:endParaRPr lang="en-GB" altLang="en-US" sz="5400" b="1" dirty="0">
              <a:solidFill>
                <a:schemeClr val="bg1"/>
              </a:solidFill>
              <a:latin typeface="Trebuchet MS" pitchFamily="34" charset="0"/>
              <a:ea typeface="Trebuchet MS" pitchFamily="34" charset="0"/>
              <a:cs typeface="Guttman Hatzvi" panose="02010401010101010101" pitchFamily="2" charset="-79"/>
              <a:sym typeface="Trebuchet MS"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he-IL" sz="3600" b="0" i="0" u="none" strike="noStrike" cap="none" normalizeH="0" baseline="0" dirty="0">
              <a:ln>
                <a:noFill/>
              </a:ln>
              <a:solidFill>
                <a:schemeClr val="tx1"/>
              </a:solidFill>
              <a:effectLst/>
              <a:latin typeface="Guttman Hatzvi" panose="02010401010101010101" pitchFamily="2" charset="-79"/>
              <a:cs typeface="Guttman Hatzvi" panose="02010401010101010101" pitchFamily="2" charset="-79"/>
            </a:endParaRPr>
          </a:p>
        </p:txBody>
      </p:sp>
      <p:sp>
        <p:nvSpPr>
          <p:cNvPr id="28" name="TextBox 27">
            <a:extLst>
              <a:ext uri="{FF2B5EF4-FFF2-40B4-BE49-F238E27FC236}">
                <a16:creationId xmlns:a16="http://schemas.microsoft.com/office/drawing/2014/main" id="{A66A545D-8CE6-4E55-B6A3-F386CFC3635B}"/>
              </a:ext>
            </a:extLst>
          </p:cNvPr>
          <p:cNvSpPr txBox="1"/>
          <p:nvPr/>
        </p:nvSpPr>
        <p:spPr bwMode="auto">
          <a:xfrm>
            <a:off x="10579867" y="37350412"/>
            <a:ext cx="5610056" cy="584775"/>
          </a:xfrm>
          <a:prstGeom prst="rect">
            <a:avLst/>
          </a:prstGeom>
          <a:solidFill>
            <a:schemeClr val="accent5">
              <a:lumMod val="20000"/>
              <a:lumOff val="80000"/>
            </a:schemeClr>
          </a:solidFill>
          <a:ln w="9525">
            <a:solidFill>
              <a:schemeClr val="bg1">
                <a:lumMod val="85000"/>
              </a:schemeClr>
            </a:solidFill>
            <a:miter lim="800000"/>
            <a:headEnd/>
            <a:tailEnd/>
          </a:ln>
        </p:spPr>
        <p:txBody>
          <a:bodyPr wrap="square" rtlCol="1" anchor="ctr">
            <a:spAutoFit/>
          </a:bodyPr>
          <a:lstStyle/>
          <a:p>
            <a:pPr marL="0" indent="0" algn="ctr" rtl="1">
              <a:spcBef>
                <a:spcPts val="0"/>
              </a:spcBef>
              <a:buClr>
                <a:schemeClr val="dk1"/>
              </a:buClr>
              <a:buSzPct val="110000"/>
            </a:pPr>
            <a:r>
              <a:rPr lang="en-US" sz="3200" dirty="0">
                <a:solidFill>
                  <a:schemeClr val="accent2"/>
                </a:solidFill>
              </a:rPr>
              <a:t>https://goo.gl/L6UVFJ</a:t>
            </a:r>
            <a:endParaRPr lang="he-IL" sz="3200" dirty="0">
              <a:solidFill>
                <a:schemeClr val="accent2"/>
              </a:solidFill>
            </a:endParaRPr>
          </a:p>
        </p:txBody>
      </p:sp>
      <p:pic>
        <p:nvPicPr>
          <p:cNvPr id="30" name="Picture 29">
            <a:extLst>
              <a:ext uri="{FF2B5EF4-FFF2-40B4-BE49-F238E27FC236}">
                <a16:creationId xmlns:a16="http://schemas.microsoft.com/office/drawing/2014/main" id="{6C768035-ED74-446E-9EFE-AF9AEDFD0A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75355" y="34479525"/>
            <a:ext cx="3168000" cy="2735400"/>
          </a:xfrm>
          <a:prstGeom prst="rect">
            <a:avLst/>
          </a:prstGeom>
        </p:spPr>
      </p:pic>
      <p:pic>
        <p:nvPicPr>
          <p:cNvPr id="2048" name="Picture 2047">
            <a:extLst>
              <a:ext uri="{FF2B5EF4-FFF2-40B4-BE49-F238E27FC236}">
                <a16:creationId xmlns:a16="http://schemas.microsoft.com/office/drawing/2014/main" id="{B88A79CF-6041-4C0D-A79F-E319B90C3D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52800" y="34442400"/>
            <a:ext cx="2880000" cy="2880000"/>
          </a:xfrm>
          <a:prstGeom prst="rect">
            <a:avLst/>
          </a:prstGeom>
        </p:spPr>
      </p:pic>
      <p:sp>
        <p:nvSpPr>
          <p:cNvPr id="55" name="TextBox 54">
            <a:extLst>
              <a:ext uri="{FF2B5EF4-FFF2-40B4-BE49-F238E27FC236}">
                <a16:creationId xmlns:a16="http://schemas.microsoft.com/office/drawing/2014/main" id="{352B8B20-FBAF-4069-BC3A-56978C95FA79}"/>
              </a:ext>
            </a:extLst>
          </p:cNvPr>
          <p:cNvSpPr txBox="1"/>
          <p:nvPr/>
        </p:nvSpPr>
        <p:spPr bwMode="auto">
          <a:xfrm>
            <a:off x="1969431" y="37350412"/>
            <a:ext cx="5610056" cy="584775"/>
          </a:xfrm>
          <a:prstGeom prst="rect">
            <a:avLst/>
          </a:prstGeom>
          <a:solidFill>
            <a:schemeClr val="accent5">
              <a:lumMod val="20000"/>
              <a:lumOff val="80000"/>
            </a:schemeClr>
          </a:solidFill>
          <a:ln w="9525">
            <a:solidFill>
              <a:schemeClr val="bg1">
                <a:lumMod val="85000"/>
              </a:schemeClr>
            </a:solidFill>
            <a:miter lim="800000"/>
            <a:headEnd/>
            <a:tailEnd/>
          </a:ln>
        </p:spPr>
        <p:txBody>
          <a:bodyPr wrap="square" rtlCol="1" anchor="ctr">
            <a:spAutoFit/>
          </a:bodyPr>
          <a:lstStyle/>
          <a:p>
            <a:pPr marL="0" indent="0" algn="ctr" rtl="1">
              <a:spcBef>
                <a:spcPts val="0"/>
              </a:spcBef>
              <a:buClr>
                <a:schemeClr val="dk1"/>
              </a:buClr>
              <a:buSzPct val="110000"/>
            </a:pPr>
            <a:r>
              <a:rPr lang="en-US" sz="3200" dirty="0">
                <a:solidFill>
                  <a:schemeClr val="accent2"/>
                </a:solidFill>
              </a:rPr>
              <a:t>https://youtu.be/3h9nprkk-g0</a:t>
            </a:r>
            <a:endParaRPr lang="he-IL" sz="3200" dirty="0">
              <a:solidFill>
                <a:schemeClr val="accent2"/>
              </a:solidFill>
            </a:endParaRPr>
          </a:p>
        </p:txBody>
      </p:sp>
      <p:pic>
        <p:nvPicPr>
          <p:cNvPr id="11" name="Picture 10">
            <a:extLst>
              <a:ext uri="{FF2B5EF4-FFF2-40B4-BE49-F238E27FC236}">
                <a16:creationId xmlns:a16="http://schemas.microsoft.com/office/drawing/2014/main" id="{9581E1F9-0AA7-4F00-9455-77CCC9D20DD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34932" y="6285647"/>
            <a:ext cx="7471341" cy="724424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14" name="Picture 13">
            <a:extLst>
              <a:ext uri="{FF2B5EF4-FFF2-40B4-BE49-F238E27FC236}">
                <a16:creationId xmlns:a16="http://schemas.microsoft.com/office/drawing/2014/main" id="{8901B0D2-35AA-423D-AC66-14265DAAE72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99615" y="6247135"/>
            <a:ext cx="7471341" cy="728475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16" name="Picture 15">
            <a:extLst>
              <a:ext uri="{FF2B5EF4-FFF2-40B4-BE49-F238E27FC236}">
                <a16:creationId xmlns:a16="http://schemas.microsoft.com/office/drawing/2014/main" id="{9D228614-8AD4-40B4-BBD4-2F0C847E4A9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620839" y="16857953"/>
            <a:ext cx="5514723" cy="4924937"/>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cxnSp>
        <p:nvCxnSpPr>
          <p:cNvPr id="56" name="Straight Arrow Connector 55">
            <a:extLst>
              <a:ext uri="{FF2B5EF4-FFF2-40B4-BE49-F238E27FC236}">
                <a16:creationId xmlns:a16="http://schemas.microsoft.com/office/drawing/2014/main" id="{733F01E0-724F-4BDC-BBDF-DE7BB0041596}"/>
              </a:ext>
            </a:extLst>
          </p:cNvPr>
          <p:cNvCxnSpPr>
            <a:cxnSpLocks/>
          </p:cNvCxnSpPr>
          <p:nvPr/>
        </p:nvCxnSpPr>
        <p:spPr bwMode="auto">
          <a:xfrm flipH="1">
            <a:off x="13459355" y="17896611"/>
            <a:ext cx="849376" cy="876701"/>
          </a:xfrm>
          <a:prstGeom prst="straightConnector1">
            <a:avLst/>
          </a:prstGeom>
          <a:ln w="76200">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pic>
        <p:nvPicPr>
          <p:cNvPr id="2049" name="Picture 2048">
            <a:extLst>
              <a:ext uri="{FF2B5EF4-FFF2-40B4-BE49-F238E27FC236}">
                <a16:creationId xmlns:a16="http://schemas.microsoft.com/office/drawing/2014/main" id="{ADFA1CEF-19FB-4330-A823-BB77A927C3C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755084" y="16824174"/>
            <a:ext cx="5560116" cy="498287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cxnSp>
        <p:nvCxnSpPr>
          <p:cNvPr id="59" name="Straight Arrow Connector 58">
            <a:extLst>
              <a:ext uri="{FF2B5EF4-FFF2-40B4-BE49-F238E27FC236}">
                <a16:creationId xmlns:a16="http://schemas.microsoft.com/office/drawing/2014/main" id="{AB1F7FA7-7961-45D3-920B-20014AC08EA6}"/>
              </a:ext>
            </a:extLst>
          </p:cNvPr>
          <p:cNvCxnSpPr>
            <a:cxnSpLocks/>
          </p:cNvCxnSpPr>
          <p:nvPr/>
        </p:nvCxnSpPr>
        <p:spPr bwMode="auto">
          <a:xfrm>
            <a:off x="9047324" y="16471395"/>
            <a:ext cx="1837576" cy="724432"/>
          </a:xfrm>
          <a:prstGeom prst="straightConnector1">
            <a:avLst/>
          </a:prstGeom>
          <a:ln w="76200">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61" name="Straight Arrow Connector 60">
            <a:extLst>
              <a:ext uri="{FF2B5EF4-FFF2-40B4-BE49-F238E27FC236}">
                <a16:creationId xmlns:a16="http://schemas.microsoft.com/office/drawing/2014/main" id="{C9E3071E-87B4-47C1-81A0-AD7DB4A7B1E9}"/>
              </a:ext>
            </a:extLst>
          </p:cNvPr>
          <p:cNvCxnSpPr>
            <a:cxnSpLocks/>
          </p:cNvCxnSpPr>
          <p:nvPr/>
        </p:nvCxnSpPr>
        <p:spPr bwMode="auto">
          <a:xfrm>
            <a:off x="1248439" y="18957295"/>
            <a:ext cx="1441984" cy="716631"/>
          </a:xfrm>
          <a:prstGeom prst="straightConnector1">
            <a:avLst/>
          </a:prstGeom>
          <a:ln w="76200">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63" name="Straight Arrow Connector 62">
            <a:extLst>
              <a:ext uri="{FF2B5EF4-FFF2-40B4-BE49-F238E27FC236}">
                <a16:creationId xmlns:a16="http://schemas.microsoft.com/office/drawing/2014/main" id="{71E482A9-7921-4DE6-869C-96AA875A1212}"/>
              </a:ext>
            </a:extLst>
          </p:cNvPr>
          <p:cNvCxnSpPr>
            <a:cxnSpLocks/>
          </p:cNvCxnSpPr>
          <p:nvPr/>
        </p:nvCxnSpPr>
        <p:spPr bwMode="auto">
          <a:xfrm flipH="1">
            <a:off x="6656243" y="19673926"/>
            <a:ext cx="1353864" cy="0"/>
          </a:xfrm>
          <a:prstGeom prst="straightConnector1">
            <a:avLst/>
          </a:prstGeom>
          <a:ln w="76200">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pic>
        <p:nvPicPr>
          <p:cNvPr id="2063" name="Picture 2062">
            <a:extLst>
              <a:ext uri="{FF2B5EF4-FFF2-40B4-BE49-F238E27FC236}">
                <a16:creationId xmlns:a16="http://schemas.microsoft.com/office/drawing/2014/main" id="{34AED9E9-A3CE-4869-AC75-77EABE19620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620839" y="23476577"/>
            <a:ext cx="5514723" cy="790519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cxnSp>
        <p:nvCxnSpPr>
          <p:cNvPr id="70" name="Straight Arrow Connector 69">
            <a:extLst>
              <a:ext uri="{FF2B5EF4-FFF2-40B4-BE49-F238E27FC236}">
                <a16:creationId xmlns:a16="http://schemas.microsoft.com/office/drawing/2014/main" id="{EF931CF5-BEFE-49C0-8555-9B50F94F9D8A}"/>
              </a:ext>
            </a:extLst>
          </p:cNvPr>
          <p:cNvCxnSpPr>
            <a:cxnSpLocks/>
          </p:cNvCxnSpPr>
          <p:nvPr/>
        </p:nvCxnSpPr>
        <p:spPr bwMode="auto">
          <a:xfrm flipH="1">
            <a:off x="14634718" y="28427836"/>
            <a:ext cx="1362876" cy="514833"/>
          </a:xfrm>
          <a:prstGeom prst="straightConnector1">
            <a:avLst/>
          </a:prstGeom>
          <a:ln w="76200">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72" name="Straight Arrow Connector 71">
            <a:extLst>
              <a:ext uri="{FF2B5EF4-FFF2-40B4-BE49-F238E27FC236}">
                <a16:creationId xmlns:a16="http://schemas.microsoft.com/office/drawing/2014/main" id="{AEF22AFC-907A-4AF0-B5E8-F5894246E41A}"/>
              </a:ext>
            </a:extLst>
          </p:cNvPr>
          <p:cNvCxnSpPr>
            <a:cxnSpLocks/>
          </p:cNvCxnSpPr>
          <p:nvPr/>
        </p:nvCxnSpPr>
        <p:spPr bwMode="auto">
          <a:xfrm flipH="1">
            <a:off x="13512648" y="25251801"/>
            <a:ext cx="1122070" cy="860502"/>
          </a:xfrm>
          <a:prstGeom prst="straightConnector1">
            <a:avLst/>
          </a:prstGeom>
          <a:ln w="76200">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pic>
        <p:nvPicPr>
          <p:cNvPr id="2067" name="Picture 2066">
            <a:extLst>
              <a:ext uri="{FF2B5EF4-FFF2-40B4-BE49-F238E27FC236}">
                <a16:creationId xmlns:a16="http://schemas.microsoft.com/office/drawing/2014/main" id="{40D43CDD-6392-4CE0-91E0-136362D1E2F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55371" y="23476576"/>
            <a:ext cx="8634932" cy="790519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cxnSp>
        <p:nvCxnSpPr>
          <p:cNvPr id="76" name="Straight Arrow Connector 75">
            <a:extLst>
              <a:ext uri="{FF2B5EF4-FFF2-40B4-BE49-F238E27FC236}">
                <a16:creationId xmlns:a16="http://schemas.microsoft.com/office/drawing/2014/main" id="{8CB89715-107A-46F2-A033-6FDED8D0C0BD}"/>
              </a:ext>
            </a:extLst>
          </p:cNvPr>
          <p:cNvCxnSpPr>
            <a:cxnSpLocks/>
          </p:cNvCxnSpPr>
          <p:nvPr/>
        </p:nvCxnSpPr>
        <p:spPr bwMode="auto">
          <a:xfrm>
            <a:off x="4624494" y="24482996"/>
            <a:ext cx="421974" cy="1199056"/>
          </a:xfrm>
          <a:prstGeom prst="straightConnector1">
            <a:avLst/>
          </a:prstGeom>
          <a:ln w="76200">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transition/>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33CC"/>
        </a:solidFill>
        <a:ln w="9525" cap="flat" cmpd="sng" algn="ctr">
          <a:solidFill>
            <a:schemeClr val="bg2"/>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rgbClr val="0033CC"/>
        </a:solidFill>
        <a:ln w="9525" cap="flat" cmpd="sng" algn="ctr">
          <a:solidFill>
            <a:schemeClr val="bg2"/>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txDef>
      <a:spPr bwMode="auto">
        <a:solidFill>
          <a:schemeClr val="accent5">
            <a:lumMod val="20000"/>
            <a:lumOff val="80000"/>
          </a:schemeClr>
        </a:solidFill>
        <a:ln w="9525">
          <a:solidFill>
            <a:schemeClr val="bg1">
              <a:lumMod val="85000"/>
            </a:schemeClr>
          </a:solidFill>
          <a:miter lim="800000"/>
          <a:headEnd/>
          <a:tailEnd/>
        </a:ln>
      </a:spPr>
      <a:bodyPr wrap="square" anchor="ctr">
        <a:spAutoFit/>
      </a:bodyPr>
      <a:lstStyle>
        <a:defPPr marL="0" indent="0" algn="ctr" rtl="1">
          <a:spcBef>
            <a:spcPts val="0"/>
          </a:spcBef>
          <a:buClr>
            <a:schemeClr val="dk1"/>
          </a:buClr>
          <a:buSzPct val="110000"/>
          <a:defRPr sz="3200" dirty="0" smtClean="0">
            <a:solidFill>
              <a:schemeClr val="accent2"/>
            </a:solidFill>
          </a:defRPr>
        </a:defPPr>
      </a:lstStyle>
    </a:tx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Macintosh HD:Applications (Mac OS 9):Microsoft Office 98:Templates:Blank Presentation</Template>
  <TotalTime>7033</TotalTime>
  <Words>318</Words>
  <Application>Microsoft Office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Guttman Hatzvi</vt:lpstr>
      <vt:lpstr>Times</vt:lpstr>
      <vt:lpstr>Trebuchet MS</vt:lpstr>
      <vt:lpstr>Wingdings</vt:lpstr>
      <vt:lpstr>Blank Presentation</vt:lpstr>
      <vt:lpstr>PowerPoint Presentation</vt:lpstr>
    </vt:vector>
  </TitlesOfParts>
  <Company>Rice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Jeanine Skorinko</dc:creator>
  <cp:lastModifiedBy>khaleel esa</cp:lastModifiedBy>
  <cp:revision>708</cp:revision>
  <cp:lastPrinted>2003-01-29T20:12:30Z</cp:lastPrinted>
  <dcterms:created xsi:type="dcterms:W3CDTF">2002-05-28T03:58:14Z</dcterms:created>
  <dcterms:modified xsi:type="dcterms:W3CDTF">2019-10-13T14:38:49Z</dcterms:modified>
</cp:coreProperties>
</file>